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Poppins Italics" charset="1" panose="00000500000000000000"/>
      <p:regular r:id="rId30"/>
    </p:embeddedFont>
    <p:embeddedFont>
      <p:font typeface="Poppins Bold" charset="1" panose="00000800000000000000"/>
      <p:regular r:id="rId31"/>
    </p:embeddedFont>
    <p:embeddedFont>
      <p:font typeface="Poppins" charset="1" panose="00000500000000000000"/>
      <p:regular r:id="rId32"/>
    </p:embeddedFont>
    <p:embeddedFont>
      <p:font typeface="Inter" charset="1" panose="020B0502030000000004"/>
      <p:regular r:id="rId33"/>
    </p:embeddedFont>
    <p:embeddedFont>
      <p:font typeface="Canva Sans Bold" charset="1" panose="020B08030305010401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media/image31.png" Type="http://schemas.openxmlformats.org/officeDocument/2006/relationships/image"/><Relationship Id="rId19" Target="../media/image32.svg" Type="http://schemas.openxmlformats.org/officeDocument/2006/relationships/image"/><Relationship Id="rId2" Target="../media/image3.png" Type="http://schemas.openxmlformats.org/officeDocument/2006/relationships/image"/><Relationship Id="rId20" Target="../media/image6.png" Type="http://schemas.openxmlformats.org/officeDocument/2006/relationships/image"/><Relationship Id="rId21" Target="../media/image7.svg" Type="http://schemas.openxmlformats.org/officeDocument/2006/relationships/image"/><Relationship Id="rId22" Target="../media/image8.png" Type="http://schemas.openxmlformats.org/officeDocument/2006/relationships/image"/><Relationship Id="rId23" Target="../media/image9.svg" Type="http://schemas.openxmlformats.org/officeDocument/2006/relationships/image"/><Relationship Id="rId24" Target="../media/image33.png" Type="http://schemas.openxmlformats.org/officeDocument/2006/relationships/image"/><Relationship Id="rId25" Target="../media/image34.png" Type="http://schemas.openxmlformats.org/officeDocument/2006/relationships/image"/><Relationship Id="rId26" Target="../media/image17.png" Type="http://schemas.openxmlformats.org/officeDocument/2006/relationships/image"/><Relationship Id="rId3" Target="../media/image18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6.png" Type="http://schemas.openxmlformats.org/officeDocument/2006/relationships/image"/><Relationship Id="rId13" Target="../media/image7.svg" Type="http://schemas.openxmlformats.org/officeDocument/2006/relationships/image"/><Relationship Id="rId14" Target="../media/image8.png" Type="http://schemas.openxmlformats.org/officeDocument/2006/relationships/image"/><Relationship Id="rId15" Target="../media/image9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3.png" Type="http://schemas.openxmlformats.org/officeDocument/2006/relationships/image"/><Relationship Id="rId20" Target="../media/image17.png" Type="http://schemas.openxmlformats.org/officeDocument/2006/relationships/image"/><Relationship Id="rId3" Target="../media/image35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36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11" Target="../media/image40.jpeg" Type="http://schemas.openxmlformats.org/officeDocument/2006/relationships/image"/><Relationship Id="rId12" Target="../media/image41.jpeg" Type="http://schemas.openxmlformats.org/officeDocument/2006/relationships/image"/><Relationship Id="rId13" Target="../media/image18.jpe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23.png" Type="http://schemas.openxmlformats.org/officeDocument/2006/relationships/image"/><Relationship Id="rId20" Target="../media/image6.png" Type="http://schemas.openxmlformats.org/officeDocument/2006/relationships/image"/><Relationship Id="rId21" Target="../media/image7.svg" Type="http://schemas.openxmlformats.org/officeDocument/2006/relationships/image"/><Relationship Id="rId22" Target="../media/image8.png" Type="http://schemas.openxmlformats.org/officeDocument/2006/relationships/image"/><Relationship Id="rId23" Target="../media/image9.svg" Type="http://schemas.openxmlformats.org/officeDocument/2006/relationships/image"/><Relationship Id="rId24" Target="../media/image17.png" Type="http://schemas.openxmlformats.org/officeDocument/2006/relationships/image"/><Relationship Id="rId3" Target="../media/image2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5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media/image6.png" Type="http://schemas.openxmlformats.org/officeDocument/2006/relationships/image"/><Relationship Id="rId16" Target="../media/image7.svg" Type="http://schemas.openxmlformats.org/officeDocument/2006/relationships/image"/><Relationship Id="rId17" Target="../media/image8.png" Type="http://schemas.openxmlformats.org/officeDocument/2006/relationships/image"/><Relationship Id="rId18" Target="../media/image9.svg" Type="http://schemas.openxmlformats.org/officeDocument/2006/relationships/image"/><Relationship Id="rId19" Target="../media/image50.png" Type="http://schemas.openxmlformats.org/officeDocument/2006/relationships/image"/><Relationship Id="rId2" Target="../media/image3.png" Type="http://schemas.openxmlformats.org/officeDocument/2006/relationships/image"/><Relationship Id="rId20" Target="../media/image51.svg" Type="http://schemas.openxmlformats.org/officeDocument/2006/relationships/image"/><Relationship Id="rId21" Target="../media/image52.jpeg" Type="http://schemas.openxmlformats.org/officeDocument/2006/relationships/image"/><Relationship Id="rId22" Target="../media/image53.jpeg" Type="http://schemas.openxmlformats.org/officeDocument/2006/relationships/image"/><Relationship Id="rId23" Target="../media/image17.pn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18" Target="../media/image63.png" Type="http://schemas.openxmlformats.org/officeDocument/2006/relationships/image"/><Relationship Id="rId19" Target="../media/image64.svg" Type="http://schemas.openxmlformats.org/officeDocument/2006/relationships/image"/><Relationship Id="rId2" Target="../media/image3.png" Type="http://schemas.openxmlformats.org/officeDocument/2006/relationships/image"/><Relationship Id="rId20" Target="../media/image65.png" Type="http://schemas.openxmlformats.org/officeDocument/2006/relationships/image"/><Relationship Id="rId21" Target="../media/image66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17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jpe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11" Target="../media/image69.png" Type="http://schemas.openxmlformats.org/officeDocument/2006/relationships/image"/><Relationship Id="rId12" Target="../media/image70.svg" Type="http://schemas.openxmlformats.org/officeDocument/2006/relationships/image"/><Relationship Id="rId13" Target="../media/image71.png" Type="http://schemas.openxmlformats.org/officeDocument/2006/relationships/image"/><Relationship Id="rId14" Target="../media/image72.svg" Type="http://schemas.openxmlformats.org/officeDocument/2006/relationships/image"/><Relationship Id="rId15" Target="../media/image6.png" Type="http://schemas.openxmlformats.org/officeDocument/2006/relationships/image"/><Relationship Id="rId16" Target="../media/image7.svg" Type="http://schemas.openxmlformats.org/officeDocument/2006/relationships/image"/><Relationship Id="rId17" Target="../media/image8.png" Type="http://schemas.openxmlformats.org/officeDocument/2006/relationships/image"/><Relationship Id="rId18" Target="../media/image9.svg" Type="http://schemas.openxmlformats.org/officeDocument/2006/relationships/image"/><Relationship Id="rId19" Target="../media/image15.png" Type="http://schemas.openxmlformats.org/officeDocument/2006/relationships/image"/><Relationship Id="rId2" Target="../media/image3.png" Type="http://schemas.openxmlformats.org/officeDocument/2006/relationships/image"/><Relationship Id="rId20" Target="../media/image16.svg" Type="http://schemas.openxmlformats.org/officeDocument/2006/relationships/image"/><Relationship Id="rId21" Target="../media/image17.png" Type="http://schemas.openxmlformats.org/officeDocument/2006/relationships/image"/><Relationship Id="rId3" Target="../media/image67.jpeg" Type="http://schemas.openxmlformats.org/officeDocument/2006/relationships/image"/><Relationship Id="rId4" Target="../media/image68.jpe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svg" Type="http://schemas.openxmlformats.org/officeDocument/2006/relationships/image"/><Relationship Id="rId12" Target="../media/image21.png" Type="http://schemas.openxmlformats.org/officeDocument/2006/relationships/image"/><Relationship Id="rId13" Target="../media/image80.png" Type="http://schemas.openxmlformats.org/officeDocument/2006/relationships/image"/><Relationship Id="rId14" Target="../media/image81.svg" Type="http://schemas.openxmlformats.org/officeDocument/2006/relationships/image"/><Relationship Id="rId15" Target="../media/image20.png" Type="http://schemas.openxmlformats.org/officeDocument/2006/relationships/image"/><Relationship Id="rId16" Target="../media/image82.png" Type="http://schemas.openxmlformats.org/officeDocument/2006/relationships/image"/><Relationship Id="rId17" Target="../media/image83.svg" Type="http://schemas.openxmlformats.org/officeDocument/2006/relationships/image"/><Relationship Id="rId18" Target="../media/image22.png" Type="http://schemas.openxmlformats.org/officeDocument/2006/relationships/image"/><Relationship Id="rId19" Target="../media/image3.png" Type="http://schemas.openxmlformats.org/officeDocument/2006/relationships/image"/><Relationship Id="rId2" Target="../media/image35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22" Target="../media/image27.png" Type="http://schemas.openxmlformats.org/officeDocument/2006/relationships/image"/><Relationship Id="rId23" Target="../media/image28.svg" Type="http://schemas.openxmlformats.org/officeDocument/2006/relationships/image"/><Relationship Id="rId24" Target="../media/image84.png" Type="http://schemas.openxmlformats.org/officeDocument/2006/relationships/image"/><Relationship Id="rId25" Target="../media/image85.svg" Type="http://schemas.openxmlformats.org/officeDocument/2006/relationships/image"/><Relationship Id="rId26" Target="../media/image86.png" Type="http://schemas.openxmlformats.org/officeDocument/2006/relationships/image"/><Relationship Id="rId27" Target="../media/image87.svg" Type="http://schemas.openxmlformats.org/officeDocument/2006/relationships/image"/><Relationship Id="rId28" Target="../media/image6.png" Type="http://schemas.openxmlformats.org/officeDocument/2006/relationships/image"/><Relationship Id="rId29" Target="../media/image7.svg" Type="http://schemas.openxmlformats.org/officeDocument/2006/relationships/image"/><Relationship Id="rId3" Target="../media/image54.png" Type="http://schemas.openxmlformats.org/officeDocument/2006/relationships/image"/><Relationship Id="rId30" Target="../media/image8.png" Type="http://schemas.openxmlformats.org/officeDocument/2006/relationships/image"/><Relationship Id="rId31" Target="../media/image9.svg" Type="http://schemas.openxmlformats.org/officeDocument/2006/relationships/image"/><Relationship Id="rId4" Target="../media/image55.svg" Type="http://schemas.openxmlformats.org/officeDocument/2006/relationships/image"/><Relationship Id="rId5" Target="../media/image74.png" Type="http://schemas.openxmlformats.org/officeDocument/2006/relationships/image"/><Relationship Id="rId6" Target="../media/image75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16" Target="../media/image8.png" Type="http://schemas.openxmlformats.org/officeDocument/2006/relationships/image"/><Relationship Id="rId17" Target="../media/image9.svg" Type="http://schemas.openxmlformats.org/officeDocument/2006/relationships/image"/><Relationship Id="rId18" Target="../media/image17.png" Type="http://schemas.openxmlformats.org/officeDocument/2006/relationships/image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90.png" Type="http://schemas.openxmlformats.org/officeDocument/2006/relationships/image"/><Relationship Id="rId9" Target="../media/image9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16" Target="../media/image8.png" Type="http://schemas.openxmlformats.org/officeDocument/2006/relationships/image"/><Relationship Id="rId17" Target="../media/image9.svg" Type="http://schemas.openxmlformats.org/officeDocument/2006/relationships/image"/><Relationship Id="rId18" Target="../media/image17.png" Type="http://schemas.openxmlformats.org/officeDocument/2006/relationships/image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90.png" Type="http://schemas.openxmlformats.org/officeDocument/2006/relationships/image"/><Relationship Id="rId9" Target="../media/image9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16" Target="../media/image8.png" Type="http://schemas.openxmlformats.org/officeDocument/2006/relationships/image"/><Relationship Id="rId17" Target="../media/image9.svg" Type="http://schemas.openxmlformats.org/officeDocument/2006/relationships/image"/><Relationship Id="rId18" Target="../media/image17.png" Type="http://schemas.openxmlformats.org/officeDocument/2006/relationships/image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90.png" Type="http://schemas.openxmlformats.org/officeDocument/2006/relationships/image"/><Relationship Id="rId9" Target="../media/image9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16" Target="../media/image8.png" Type="http://schemas.openxmlformats.org/officeDocument/2006/relationships/image"/><Relationship Id="rId17" Target="../media/image9.svg" Type="http://schemas.openxmlformats.org/officeDocument/2006/relationships/image"/><Relationship Id="rId18" Target="../media/image17.png" Type="http://schemas.openxmlformats.org/officeDocument/2006/relationships/image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90.png" Type="http://schemas.openxmlformats.org/officeDocument/2006/relationships/image"/><Relationship Id="rId9" Target="../media/image9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92.jpeg" Type="http://schemas.openxmlformats.org/officeDocument/2006/relationships/image"/><Relationship Id="rId3" Target="../media/image93.jpe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2" Target="../media/image94.png" Type="http://schemas.openxmlformats.org/officeDocument/2006/relationships/image"/><Relationship Id="rId3" Target="../media/image71.png" Type="http://schemas.openxmlformats.org/officeDocument/2006/relationships/image"/><Relationship Id="rId4" Target="../media/image7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9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9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9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98.pn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7326" y="5610208"/>
            <a:ext cx="15573348" cy="3249179"/>
            <a:chOff x="0" y="0"/>
            <a:chExt cx="2412719" cy="503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2719" cy="503383"/>
            </a:xfrm>
            <a:custGeom>
              <a:avLst/>
              <a:gdLst/>
              <a:ahLst/>
              <a:cxnLst/>
              <a:rect r="r" b="b" t="t" l="l"/>
              <a:pathLst>
                <a:path h="503383" w="2412719">
                  <a:moveTo>
                    <a:pt x="22868" y="0"/>
                  </a:moveTo>
                  <a:lnTo>
                    <a:pt x="2389851" y="0"/>
                  </a:lnTo>
                  <a:cubicBezTo>
                    <a:pt x="2402481" y="0"/>
                    <a:pt x="2412719" y="10238"/>
                    <a:pt x="2412719" y="22868"/>
                  </a:cubicBezTo>
                  <a:lnTo>
                    <a:pt x="2412719" y="480515"/>
                  </a:lnTo>
                  <a:cubicBezTo>
                    <a:pt x="2412719" y="493145"/>
                    <a:pt x="2402481" y="503383"/>
                    <a:pt x="2389851" y="503383"/>
                  </a:cubicBezTo>
                  <a:lnTo>
                    <a:pt x="22868" y="503383"/>
                  </a:lnTo>
                  <a:cubicBezTo>
                    <a:pt x="16803" y="503383"/>
                    <a:pt x="10986" y="500974"/>
                    <a:pt x="6698" y="496685"/>
                  </a:cubicBezTo>
                  <a:cubicBezTo>
                    <a:pt x="2409" y="492396"/>
                    <a:pt x="0" y="486580"/>
                    <a:pt x="0" y="480515"/>
                  </a:cubicBezTo>
                  <a:lnTo>
                    <a:pt x="0" y="22868"/>
                  </a:lnTo>
                  <a:cubicBezTo>
                    <a:pt x="0" y="10238"/>
                    <a:pt x="10238" y="0"/>
                    <a:pt x="22868" y="0"/>
                  </a:cubicBezTo>
                  <a:close/>
                </a:path>
              </a:pathLst>
            </a:custGeom>
            <a:blipFill>
              <a:blip r:embed="rId2"/>
              <a:stretch>
                <a:fillRect l="-26379" t="0" r="39932" b="-61467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57326" y="5591820"/>
            <a:ext cx="15573348" cy="3282801"/>
          </a:xfrm>
          <a:custGeom>
            <a:avLst/>
            <a:gdLst/>
            <a:ahLst/>
            <a:cxnLst/>
            <a:rect r="r" b="b" t="t" l="l"/>
            <a:pathLst>
              <a:path h="3282801" w="15573348">
                <a:moveTo>
                  <a:pt x="0" y="0"/>
                </a:moveTo>
                <a:lnTo>
                  <a:pt x="15573348" y="0"/>
                </a:lnTo>
                <a:lnTo>
                  <a:pt x="15573348" y="3282801"/>
                </a:lnTo>
                <a:lnTo>
                  <a:pt x="0" y="3282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4103" r="0" b="-697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57966" y="7920375"/>
            <a:ext cx="9759276" cy="2366625"/>
          </a:xfrm>
          <a:custGeom>
            <a:avLst/>
            <a:gdLst/>
            <a:ahLst/>
            <a:cxnLst/>
            <a:rect r="r" b="b" t="t" l="l"/>
            <a:pathLst>
              <a:path h="2366625" w="9759276">
                <a:moveTo>
                  <a:pt x="0" y="0"/>
                </a:moveTo>
                <a:lnTo>
                  <a:pt x="9759277" y="0"/>
                </a:lnTo>
                <a:lnTo>
                  <a:pt x="9759277" y="2366625"/>
                </a:lnTo>
                <a:lnTo>
                  <a:pt x="0" y="2366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4427675" y="4489886"/>
            <a:ext cx="8528143" cy="1891312"/>
          </a:xfrm>
          <a:custGeom>
            <a:avLst/>
            <a:gdLst/>
            <a:ahLst/>
            <a:cxnLst/>
            <a:rect r="r" b="b" t="t" l="l"/>
            <a:pathLst>
              <a:path h="1891312" w="8528143">
                <a:moveTo>
                  <a:pt x="0" y="0"/>
                </a:moveTo>
                <a:lnTo>
                  <a:pt x="8528143" y="0"/>
                </a:lnTo>
                <a:lnTo>
                  <a:pt x="8528143" y="1891312"/>
                </a:lnTo>
                <a:lnTo>
                  <a:pt x="0" y="18913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5478" t="0" r="-6109" b="-45422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328235" y="2018171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328099" y="1726506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0"/>
                </a:lnTo>
                <a:lnTo>
                  <a:pt x="0" y="1842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0757" y="7920375"/>
            <a:ext cx="9759276" cy="2366625"/>
          </a:xfrm>
          <a:custGeom>
            <a:avLst/>
            <a:gdLst/>
            <a:ahLst/>
            <a:cxnLst/>
            <a:rect r="r" b="b" t="t" l="l"/>
            <a:pathLst>
              <a:path h="2366625" w="9759276">
                <a:moveTo>
                  <a:pt x="9759277" y="0"/>
                </a:moveTo>
                <a:lnTo>
                  <a:pt x="0" y="0"/>
                </a:lnTo>
                <a:lnTo>
                  <a:pt x="0" y="2366625"/>
                </a:lnTo>
                <a:lnTo>
                  <a:pt x="9759277" y="2366625"/>
                </a:lnTo>
                <a:lnTo>
                  <a:pt x="9759277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57326" y="5610208"/>
            <a:ext cx="15573348" cy="3249179"/>
            <a:chOff x="0" y="0"/>
            <a:chExt cx="4101622" cy="8557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01623" cy="855751"/>
            </a:xfrm>
            <a:custGeom>
              <a:avLst/>
              <a:gdLst/>
              <a:ahLst/>
              <a:cxnLst/>
              <a:rect r="r" b="b" t="t" l="l"/>
              <a:pathLst>
                <a:path h="855751" w="4101623">
                  <a:moveTo>
                    <a:pt x="22868" y="0"/>
                  </a:moveTo>
                  <a:lnTo>
                    <a:pt x="4078755" y="0"/>
                  </a:lnTo>
                  <a:cubicBezTo>
                    <a:pt x="4091384" y="0"/>
                    <a:pt x="4101623" y="10238"/>
                    <a:pt x="4101623" y="22868"/>
                  </a:cubicBezTo>
                  <a:lnTo>
                    <a:pt x="4101623" y="832883"/>
                  </a:lnTo>
                  <a:cubicBezTo>
                    <a:pt x="4101623" y="845513"/>
                    <a:pt x="4091384" y="855751"/>
                    <a:pt x="4078755" y="855751"/>
                  </a:cubicBezTo>
                  <a:lnTo>
                    <a:pt x="22868" y="855751"/>
                  </a:lnTo>
                  <a:cubicBezTo>
                    <a:pt x="10238" y="855751"/>
                    <a:pt x="0" y="845513"/>
                    <a:pt x="0" y="832883"/>
                  </a:cubicBezTo>
                  <a:lnTo>
                    <a:pt x="0" y="22868"/>
                  </a:lnTo>
                  <a:cubicBezTo>
                    <a:pt x="0" y="10238"/>
                    <a:pt x="10238" y="0"/>
                    <a:pt x="228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85000"/>
                  </a:srgbClr>
                </a:gs>
                <a:gs pos="100000">
                  <a:srgbClr val="F7A034">
                    <a:alpha val="85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101622" cy="912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71883" y="1119184"/>
            <a:ext cx="5930382" cy="593038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5743" y="0"/>
                  </a:moveTo>
                  <a:lnTo>
                    <a:pt x="707057" y="0"/>
                  </a:lnTo>
                  <a:cubicBezTo>
                    <a:pt x="735102" y="0"/>
                    <a:pt x="761998" y="11141"/>
                    <a:pt x="781829" y="30971"/>
                  </a:cubicBezTo>
                  <a:cubicBezTo>
                    <a:pt x="801659" y="50802"/>
                    <a:pt x="812800" y="77698"/>
                    <a:pt x="812800" y="105743"/>
                  </a:cubicBezTo>
                  <a:lnTo>
                    <a:pt x="812800" y="707057"/>
                  </a:lnTo>
                  <a:cubicBezTo>
                    <a:pt x="812800" y="735102"/>
                    <a:pt x="801659" y="761998"/>
                    <a:pt x="781829" y="781829"/>
                  </a:cubicBezTo>
                  <a:cubicBezTo>
                    <a:pt x="761998" y="801659"/>
                    <a:pt x="735102" y="812800"/>
                    <a:pt x="707057" y="812800"/>
                  </a:cubicBezTo>
                  <a:lnTo>
                    <a:pt x="105743" y="812800"/>
                  </a:lnTo>
                  <a:cubicBezTo>
                    <a:pt x="77698" y="812800"/>
                    <a:pt x="50802" y="801659"/>
                    <a:pt x="30971" y="781829"/>
                  </a:cubicBezTo>
                  <a:cubicBezTo>
                    <a:pt x="11141" y="761998"/>
                    <a:pt x="0" y="735102"/>
                    <a:pt x="0" y="707057"/>
                  </a:cubicBezTo>
                  <a:lnTo>
                    <a:pt x="0" y="105743"/>
                  </a:lnTo>
                  <a:cubicBezTo>
                    <a:pt x="0" y="77698"/>
                    <a:pt x="11141" y="50802"/>
                    <a:pt x="30971" y="30971"/>
                  </a:cubicBezTo>
                  <a:cubicBezTo>
                    <a:pt x="50802" y="11141"/>
                    <a:pt x="77698" y="0"/>
                    <a:pt x="105743" y="0"/>
                  </a:cubicBezTo>
                  <a:close/>
                </a:path>
              </a:pathLst>
            </a:custGeom>
            <a:blipFill>
              <a:blip r:embed="rId11"/>
              <a:stretch>
                <a:fillRect l="-12687" t="-11966" r="-11966" b="-12687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-5400000">
            <a:off x="-7521705" y="9920916"/>
            <a:ext cx="13737709" cy="2869805"/>
          </a:xfrm>
          <a:custGeom>
            <a:avLst/>
            <a:gdLst/>
            <a:ahLst/>
            <a:cxnLst/>
            <a:rect r="r" b="b" t="t" l="l"/>
            <a:pathLst>
              <a:path h="2869805" w="13737709">
                <a:moveTo>
                  <a:pt x="0" y="0"/>
                </a:moveTo>
                <a:lnTo>
                  <a:pt x="13737710" y="0"/>
                </a:lnTo>
                <a:lnTo>
                  <a:pt x="13737710" y="2869805"/>
                </a:lnTo>
                <a:lnTo>
                  <a:pt x="0" y="28698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197" t="-3196" r="-3552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8358280" y="2903952"/>
            <a:ext cx="1571440" cy="1579337"/>
          </a:xfrm>
          <a:custGeom>
            <a:avLst/>
            <a:gdLst/>
            <a:ahLst/>
            <a:cxnLst/>
            <a:rect r="r" b="b" t="t" l="l"/>
            <a:pathLst>
              <a:path h="1579337" w="1571440">
                <a:moveTo>
                  <a:pt x="1571440" y="0"/>
                </a:moveTo>
                <a:lnTo>
                  <a:pt x="0" y="0"/>
                </a:lnTo>
                <a:lnTo>
                  <a:pt x="0" y="1579337"/>
                </a:lnTo>
                <a:lnTo>
                  <a:pt x="1571440" y="1579337"/>
                </a:lnTo>
                <a:lnTo>
                  <a:pt x="157144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2900749">
            <a:off x="16224773" y="401742"/>
            <a:ext cx="1411802" cy="1418896"/>
          </a:xfrm>
          <a:custGeom>
            <a:avLst/>
            <a:gdLst/>
            <a:ahLst/>
            <a:cxnLst/>
            <a:rect r="r" b="b" t="t" l="l"/>
            <a:pathLst>
              <a:path h="1418896" w="1411802">
                <a:moveTo>
                  <a:pt x="1411802" y="1418896"/>
                </a:moveTo>
                <a:lnTo>
                  <a:pt x="0" y="1418896"/>
                </a:lnTo>
                <a:lnTo>
                  <a:pt x="0" y="0"/>
                </a:lnTo>
                <a:lnTo>
                  <a:pt x="1411802" y="0"/>
                </a:lnTo>
                <a:lnTo>
                  <a:pt x="1411802" y="1418896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91473" y="6248914"/>
            <a:ext cx="6592223" cy="91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57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Step Into the Past</a:t>
            </a:r>
            <a:r>
              <a:rPr lang="en-US" sz="2576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with Knowledge, Wonder, and Interaction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50110" y="7808156"/>
            <a:ext cx="2746417" cy="25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6"/>
              </a:lnSpc>
            </a:pPr>
            <a:r>
              <a:rPr lang="en-US" sz="187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74459" y="8104875"/>
            <a:ext cx="4322068" cy="29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6"/>
              </a:lnSpc>
            </a:pPr>
            <a:r>
              <a:rPr lang="en-US" sz="21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Group 25-26J-416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35639" y="1364768"/>
            <a:ext cx="6612433" cy="268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7"/>
              </a:lnSpc>
            </a:pPr>
            <a:r>
              <a:rPr lang="en-US" sz="921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Bridging</a:t>
            </a:r>
          </a:p>
          <a:p>
            <a:pPr algn="l">
              <a:lnSpc>
                <a:spcPts val="10137"/>
              </a:lnSpc>
            </a:pPr>
            <a:r>
              <a:rPr lang="en-US" sz="921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Realities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5639" y="4027912"/>
            <a:ext cx="7233940" cy="11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5"/>
              </a:lnSpc>
            </a:pPr>
            <a:r>
              <a:rPr lang="en-US" sz="3841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An Immersive AR &amp; VR Powered Museum Experience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5453674" y="8087155"/>
            <a:ext cx="7670460" cy="1171145"/>
          </a:xfrm>
          <a:custGeom>
            <a:avLst/>
            <a:gdLst/>
            <a:ahLst/>
            <a:cxnLst/>
            <a:rect r="r" b="b" t="t" l="l"/>
            <a:pathLst>
              <a:path h="1171145" w="7670460">
                <a:moveTo>
                  <a:pt x="7670460" y="0"/>
                </a:moveTo>
                <a:lnTo>
                  <a:pt x="0" y="0"/>
                </a:lnTo>
                <a:lnTo>
                  <a:pt x="0" y="1171145"/>
                </a:lnTo>
                <a:lnTo>
                  <a:pt x="7670460" y="1171145"/>
                </a:lnTo>
                <a:lnTo>
                  <a:pt x="767046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-29413" r="0" b="-294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232354" y="7102300"/>
            <a:ext cx="4333311" cy="1050828"/>
          </a:xfrm>
          <a:custGeom>
            <a:avLst/>
            <a:gdLst/>
            <a:ahLst/>
            <a:cxnLst/>
            <a:rect r="r" b="b" t="t" l="l"/>
            <a:pathLst>
              <a:path h="1050828" w="4333311">
                <a:moveTo>
                  <a:pt x="4333311" y="0"/>
                </a:moveTo>
                <a:lnTo>
                  <a:pt x="0" y="0"/>
                </a:lnTo>
                <a:lnTo>
                  <a:pt x="0" y="1050828"/>
                </a:lnTo>
                <a:lnTo>
                  <a:pt x="4333311" y="1050828"/>
                </a:lnTo>
                <a:lnTo>
                  <a:pt x="4333311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541843" y="6505991"/>
            <a:ext cx="11149060" cy="2227325"/>
            <a:chOff x="0" y="0"/>
            <a:chExt cx="1727281" cy="345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7281" cy="345071"/>
            </a:xfrm>
            <a:custGeom>
              <a:avLst/>
              <a:gdLst/>
              <a:ahLst/>
              <a:cxnLst/>
              <a:rect r="r" b="b" t="t" l="l"/>
              <a:pathLst>
                <a:path h="345071" w="1727281">
                  <a:moveTo>
                    <a:pt x="31942" y="0"/>
                  </a:moveTo>
                  <a:lnTo>
                    <a:pt x="1695339" y="0"/>
                  </a:lnTo>
                  <a:cubicBezTo>
                    <a:pt x="1712980" y="0"/>
                    <a:pt x="1727281" y="14301"/>
                    <a:pt x="1727281" y="31942"/>
                  </a:cubicBezTo>
                  <a:lnTo>
                    <a:pt x="1727281" y="313128"/>
                  </a:lnTo>
                  <a:cubicBezTo>
                    <a:pt x="1727281" y="321600"/>
                    <a:pt x="1723916" y="329725"/>
                    <a:pt x="1717926" y="335715"/>
                  </a:cubicBezTo>
                  <a:cubicBezTo>
                    <a:pt x="1711935" y="341706"/>
                    <a:pt x="1703810" y="345071"/>
                    <a:pt x="1695339" y="345071"/>
                  </a:cubicBezTo>
                  <a:lnTo>
                    <a:pt x="31942" y="345071"/>
                  </a:lnTo>
                  <a:cubicBezTo>
                    <a:pt x="23471" y="345071"/>
                    <a:pt x="15346" y="341706"/>
                    <a:pt x="9356" y="335715"/>
                  </a:cubicBezTo>
                  <a:cubicBezTo>
                    <a:pt x="3365" y="329725"/>
                    <a:pt x="0" y="321600"/>
                    <a:pt x="0" y="313128"/>
                  </a:cubicBezTo>
                  <a:lnTo>
                    <a:pt x="0" y="31942"/>
                  </a:lnTo>
                  <a:cubicBezTo>
                    <a:pt x="0" y="23471"/>
                    <a:pt x="3365" y="15346"/>
                    <a:pt x="9356" y="9356"/>
                  </a:cubicBezTo>
                  <a:cubicBezTo>
                    <a:pt x="15346" y="3365"/>
                    <a:pt x="23471" y="0"/>
                    <a:pt x="3194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6435" r="0" b="-116435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66477" y="7670080"/>
            <a:ext cx="9759276" cy="2366625"/>
          </a:xfrm>
          <a:custGeom>
            <a:avLst/>
            <a:gdLst/>
            <a:ahLst/>
            <a:cxnLst/>
            <a:rect r="r" b="b" t="t" l="l"/>
            <a:pathLst>
              <a:path h="2366625" w="9759276">
                <a:moveTo>
                  <a:pt x="0" y="0"/>
                </a:moveTo>
                <a:lnTo>
                  <a:pt x="9759277" y="0"/>
                </a:lnTo>
                <a:lnTo>
                  <a:pt x="9759277" y="2366625"/>
                </a:lnTo>
                <a:lnTo>
                  <a:pt x="0" y="2366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505372" y="6540854"/>
            <a:ext cx="11175493" cy="2227325"/>
            <a:chOff x="0" y="0"/>
            <a:chExt cx="2943340" cy="5866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43340" cy="586621"/>
            </a:xfrm>
            <a:custGeom>
              <a:avLst/>
              <a:gdLst/>
              <a:ahLst/>
              <a:cxnLst/>
              <a:rect r="r" b="b" t="t" l="l"/>
              <a:pathLst>
                <a:path h="586621" w="2943340">
                  <a:moveTo>
                    <a:pt x="31867" y="0"/>
                  </a:moveTo>
                  <a:lnTo>
                    <a:pt x="2911473" y="0"/>
                  </a:lnTo>
                  <a:cubicBezTo>
                    <a:pt x="2919924" y="0"/>
                    <a:pt x="2928030" y="3357"/>
                    <a:pt x="2934006" y="9334"/>
                  </a:cubicBezTo>
                  <a:cubicBezTo>
                    <a:pt x="2939982" y="15310"/>
                    <a:pt x="2943340" y="23415"/>
                    <a:pt x="2943340" y="31867"/>
                  </a:cubicBezTo>
                  <a:lnTo>
                    <a:pt x="2943340" y="554754"/>
                  </a:lnTo>
                  <a:cubicBezTo>
                    <a:pt x="2943340" y="563205"/>
                    <a:pt x="2939982" y="571311"/>
                    <a:pt x="2934006" y="577287"/>
                  </a:cubicBezTo>
                  <a:cubicBezTo>
                    <a:pt x="2928030" y="583263"/>
                    <a:pt x="2919924" y="586621"/>
                    <a:pt x="2911473" y="586621"/>
                  </a:cubicBezTo>
                  <a:lnTo>
                    <a:pt x="31867" y="586621"/>
                  </a:lnTo>
                  <a:cubicBezTo>
                    <a:pt x="23415" y="586621"/>
                    <a:pt x="15310" y="583263"/>
                    <a:pt x="9334" y="577287"/>
                  </a:cubicBezTo>
                  <a:cubicBezTo>
                    <a:pt x="3357" y="571311"/>
                    <a:pt x="0" y="563205"/>
                    <a:pt x="0" y="554754"/>
                  </a:cubicBezTo>
                  <a:lnTo>
                    <a:pt x="0" y="31867"/>
                  </a:lnTo>
                  <a:cubicBezTo>
                    <a:pt x="0" y="23415"/>
                    <a:pt x="3357" y="15310"/>
                    <a:pt x="9334" y="9334"/>
                  </a:cubicBezTo>
                  <a:cubicBezTo>
                    <a:pt x="15310" y="3357"/>
                    <a:pt x="23415" y="0"/>
                    <a:pt x="31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85000"/>
                  </a:srgbClr>
                </a:gs>
                <a:gs pos="100000">
                  <a:srgbClr val="F7A034">
                    <a:alpha val="85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943340" cy="643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48429" y="6888848"/>
            <a:ext cx="1766844" cy="1562465"/>
          </a:xfrm>
          <a:custGeom>
            <a:avLst/>
            <a:gdLst/>
            <a:ahLst/>
            <a:cxnLst/>
            <a:rect r="r" b="b" t="t" l="l"/>
            <a:pathLst>
              <a:path h="1562465" w="1766844">
                <a:moveTo>
                  <a:pt x="0" y="0"/>
                </a:moveTo>
                <a:lnTo>
                  <a:pt x="1766845" y="0"/>
                </a:lnTo>
                <a:lnTo>
                  <a:pt x="1766845" y="1562465"/>
                </a:lnTo>
                <a:lnTo>
                  <a:pt x="0" y="1562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3648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33468" y="5057775"/>
            <a:ext cx="4960678" cy="1483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6" i="true">
                <a:solidFill>
                  <a:srgbClr val="47414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We’re excited to bring history, technology, and discovery together.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5639" y="3488943"/>
            <a:ext cx="7636070" cy="161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6"/>
              </a:lnSpc>
            </a:pPr>
            <a:r>
              <a:rPr lang="en-US" sz="10642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Team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94146" y="4979420"/>
            <a:ext cx="2585885" cy="258588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42507" y="0"/>
                  </a:moveTo>
                  <a:lnTo>
                    <a:pt x="570293" y="0"/>
                  </a:lnTo>
                  <a:cubicBezTo>
                    <a:pt x="704226" y="0"/>
                    <a:pt x="812800" y="108574"/>
                    <a:pt x="812800" y="242507"/>
                  </a:cubicBezTo>
                  <a:lnTo>
                    <a:pt x="812800" y="570293"/>
                  </a:lnTo>
                  <a:cubicBezTo>
                    <a:pt x="812800" y="704226"/>
                    <a:pt x="704226" y="812800"/>
                    <a:pt x="570293" y="812800"/>
                  </a:cubicBezTo>
                  <a:lnTo>
                    <a:pt x="242507" y="812800"/>
                  </a:lnTo>
                  <a:cubicBezTo>
                    <a:pt x="108574" y="812800"/>
                    <a:pt x="0" y="704226"/>
                    <a:pt x="0" y="570293"/>
                  </a:cubicBezTo>
                  <a:lnTo>
                    <a:pt x="0" y="242507"/>
                  </a:lnTo>
                  <a:cubicBezTo>
                    <a:pt x="0" y="108574"/>
                    <a:pt x="108574" y="0"/>
                    <a:pt x="242507" y="0"/>
                  </a:cubicBezTo>
                  <a:close/>
                </a:path>
              </a:pathLst>
            </a:custGeom>
            <a:blipFill>
              <a:blip r:embed="rId6"/>
              <a:stretch>
                <a:fillRect l="-11115" t="-13704" r="-17145" b="-78687"/>
              </a:stretch>
            </a:blipFill>
            <a:ln w="95250" cap="rnd">
              <a:gradFill>
                <a:gsLst>
                  <a:gs pos="0">
                    <a:srgbClr val="CB1E27">
                      <a:alpha val="100000"/>
                    </a:srgbClr>
                  </a:gs>
                  <a:gs pos="100000">
                    <a:srgbClr val="F7A03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150024" y="4979420"/>
            <a:ext cx="2585885" cy="258588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42507" y="0"/>
                  </a:moveTo>
                  <a:lnTo>
                    <a:pt x="570293" y="0"/>
                  </a:lnTo>
                  <a:cubicBezTo>
                    <a:pt x="704226" y="0"/>
                    <a:pt x="812800" y="108574"/>
                    <a:pt x="812800" y="242507"/>
                  </a:cubicBezTo>
                  <a:lnTo>
                    <a:pt x="812800" y="570293"/>
                  </a:lnTo>
                  <a:cubicBezTo>
                    <a:pt x="812800" y="704226"/>
                    <a:pt x="704226" y="812800"/>
                    <a:pt x="570293" y="812800"/>
                  </a:cubicBezTo>
                  <a:lnTo>
                    <a:pt x="242507" y="812800"/>
                  </a:lnTo>
                  <a:cubicBezTo>
                    <a:pt x="108574" y="812800"/>
                    <a:pt x="0" y="704226"/>
                    <a:pt x="0" y="570293"/>
                  </a:cubicBezTo>
                  <a:lnTo>
                    <a:pt x="0" y="242507"/>
                  </a:lnTo>
                  <a:cubicBezTo>
                    <a:pt x="0" y="108574"/>
                    <a:pt x="108574" y="0"/>
                    <a:pt x="24250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8611" r="0" b="-31482"/>
              </a:stretch>
            </a:blipFill>
            <a:ln w="95250" cap="rnd">
              <a:gradFill>
                <a:gsLst>
                  <a:gs pos="0">
                    <a:srgbClr val="CB1E27">
                      <a:alpha val="100000"/>
                    </a:srgbClr>
                  </a:gs>
                  <a:gs pos="100000">
                    <a:srgbClr val="F7A03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877963" y="4979420"/>
            <a:ext cx="2585885" cy="258588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42507" y="0"/>
                  </a:moveTo>
                  <a:lnTo>
                    <a:pt x="570293" y="0"/>
                  </a:lnTo>
                  <a:cubicBezTo>
                    <a:pt x="704226" y="0"/>
                    <a:pt x="812800" y="108574"/>
                    <a:pt x="812800" y="242507"/>
                  </a:cubicBezTo>
                  <a:lnTo>
                    <a:pt x="812800" y="570293"/>
                  </a:lnTo>
                  <a:cubicBezTo>
                    <a:pt x="812800" y="704226"/>
                    <a:pt x="704226" y="812800"/>
                    <a:pt x="570293" y="812800"/>
                  </a:cubicBezTo>
                  <a:lnTo>
                    <a:pt x="242507" y="812800"/>
                  </a:lnTo>
                  <a:cubicBezTo>
                    <a:pt x="108574" y="812800"/>
                    <a:pt x="0" y="704226"/>
                    <a:pt x="0" y="570293"/>
                  </a:cubicBezTo>
                  <a:lnTo>
                    <a:pt x="0" y="242507"/>
                  </a:lnTo>
                  <a:cubicBezTo>
                    <a:pt x="0" y="108574"/>
                    <a:pt x="108574" y="0"/>
                    <a:pt x="242507" y="0"/>
                  </a:cubicBezTo>
                  <a:close/>
                </a:path>
              </a:pathLst>
            </a:custGeom>
            <a:blipFill>
              <a:blip r:embed="rId8"/>
              <a:stretch>
                <a:fillRect l="-9664" t="-19193" r="-8237" b="-38008"/>
              </a:stretch>
            </a:blipFill>
            <a:ln w="95250" cap="rnd">
              <a:gradFill>
                <a:gsLst>
                  <a:gs pos="0">
                    <a:srgbClr val="CB1E27">
                      <a:alpha val="100000"/>
                    </a:srgbClr>
                  </a:gs>
                  <a:gs pos="100000">
                    <a:srgbClr val="F7A03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422085" y="4979420"/>
            <a:ext cx="2585885" cy="2585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42507" y="0"/>
                  </a:moveTo>
                  <a:lnTo>
                    <a:pt x="570293" y="0"/>
                  </a:lnTo>
                  <a:cubicBezTo>
                    <a:pt x="704226" y="0"/>
                    <a:pt x="812800" y="108574"/>
                    <a:pt x="812800" y="242507"/>
                  </a:cubicBezTo>
                  <a:lnTo>
                    <a:pt x="812800" y="570293"/>
                  </a:lnTo>
                  <a:cubicBezTo>
                    <a:pt x="812800" y="704226"/>
                    <a:pt x="704226" y="812800"/>
                    <a:pt x="570293" y="812800"/>
                  </a:cubicBezTo>
                  <a:lnTo>
                    <a:pt x="242507" y="812800"/>
                  </a:lnTo>
                  <a:cubicBezTo>
                    <a:pt x="108574" y="812800"/>
                    <a:pt x="0" y="704226"/>
                    <a:pt x="0" y="570293"/>
                  </a:cubicBezTo>
                  <a:lnTo>
                    <a:pt x="0" y="242507"/>
                  </a:lnTo>
                  <a:cubicBezTo>
                    <a:pt x="0" y="108574"/>
                    <a:pt x="108574" y="0"/>
                    <a:pt x="242507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7979" r="0" b="-33720"/>
              </a:stretch>
            </a:blipFill>
            <a:ln w="95250" cap="rnd">
              <a:gradFill>
                <a:gsLst>
                  <a:gs pos="0">
                    <a:srgbClr val="CB1E27">
                      <a:alpha val="100000"/>
                    </a:srgbClr>
                  </a:gs>
                  <a:gs pos="100000">
                    <a:srgbClr val="F7A03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21" id="21"/>
          <p:cNvSpPr/>
          <p:nvPr/>
        </p:nvSpPr>
        <p:spPr>
          <a:xfrm flipH="false" flipV="true" rot="-10800000">
            <a:off x="15899597" y="2105645"/>
            <a:ext cx="1516953" cy="1503146"/>
          </a:xfrm>
          <a:custGeom>
            <a:avLst/>
            <a:gdLst/>
            <a:ahLst/>
            <a:cxnLst/>
            <a:rect r="r" b="b" t="t" l="l"/>
            <a:pathLst>
              <a:path h="1503146" w="1516953">
                <a:moveTo>
                  <a:pt x="0" y="1503146"/>
                </a:moveTo>
                <a:lnTo>
                  <a:pt x="1516953" y="1503146"/>
                </a:lnTo>
                <a:lnTo>
                  <a:pt x="1516953" y="0"/>
                </a:lnTo>
                <a:lnTo>
                  <a:pt x="0" y="0"/>
                </a:lnTo>
                <a:lnTo>
                  <a:pt x="0" y="1503146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6236" t="-102588" r="-284276" b="-15850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075470" y="2282778"/>
            <a:ext cx="1165207" cy="1148880"/>
          </a:xfrm>
          <a:custGeom>
            <a:avLst/>
            <a:gdLst/>
            <a:ahLst/>
            <a:cxnLst/>
            <a:rect r="r" b="b" t="t" l="l"/>
            <a:pathLst>
              <a:path h="1148880" w="1165207">
                <a:moveTo>
                  <a:pt x="0" y="0"/>
                </a:moveTo>
                <a:lnTo>
                  <a:pt x="1165207" y="0"/>
                </a:lnTo>
                <a:lnTo>
                  <a:pt x="1165207" y="1148880"/>
                </a:lnTo>
                <a:lnTo>
                  <a:pt x="0" y="11488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319503" y="2517028"/>
            <a:ext cx="677141" cy="680381"/>
          </a:xfrm>
          <a:custGeom>
            <a:avLst/>
            <a:gdLst/>
            <a:ahLst/>
            <a:cxnLst/>
            <a:rect r="r" b="b" t="t" l="l"/>
            <a:pathLst>
              <a:path h="680381" w="677141">
                <a:moveTo>
                  <a:pt x="0" y="0"/>
                </a:moveTo>
                <a:lnTo>
                  <a:pt x="677141" y="0"/>
                </a:lnTo>
                <a:lnTo>
                  <a:pt x="677141" y="680380"/>
                </a:lnTo>
                <a:lnTo>
                  <a:pt x="0" y="6803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400000">
            <a:off x="-4528730" y="2267964"/>
            <a:ext cx="9367435" cy="1242627"/>
          </a:xfrm>
          <a:custGeom>
            <a:avLst/>
            <a:gdLst/>
            <a:ahLst/>
            <a:cxnLst/>
            <a:rect r="r" b="b" t="t" l="l"/>
            <a:pathLst>
              <a:path h="1242627" w="9367435">
                <a:moveTo>
                  <a:pt x="0" y="0"/>
                </a:moveTo>
                <a:lnTo>
                  <a:pt x="9367435" y="0"/>
                </a:lnTo>
                <a:lnTo>
                  <a:pt x="9367435" y="1242627"/>
                </a:lnTo>
                <a:lnTo>
                  <a:pt x="0" y="1242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6202" t="0" r="-7908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-3525011" y="763471"/>
            <a:ext cx="7359996" cy="1208078"/>
          </a:xfrm>
          <a:custGeom>
            <a:avLst/>
            <a:gdLst/>
            <a:ahLst/>
            <a:cxnLst/>
            <a:rect r="r" b="b" t="t" l="l"/>
            <a:pathLst>
              <a:path h="1208078" w="7359996">
                <a:moveTo>
                  <a:pt x="0" y="0"/>
                </a:moveTo>
                <a:lnTo>
                  <a:pt x="7359997" y="0"/>
                </a:lnTo>
                <a:lnTo>
                  <a:pt x="7359997" y="1208078"/>
                </a:lnTo>
                <a:lnTo>
                  <a:pt x="0" y="12080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6198" t="0" r="-14272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5400000">
            <a:off x="328506" y="6542539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9" y="0"/>
                </a:lnTo>
                <a:lnTo>
                  <a:pt x="183939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328235" y="6773797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0"/>
                </a:lnTo>
                <a:lnTo>
                  <a:pt x="0" y="18421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28" id="28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9281067" y="1371530"/>
            <a:ext cx="2660584" cy="2614309"/>
            <a:chOff x="0" y="0"/>
            <a:chExt cx="827187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7187" cy="812800"/>
            </a:xfrm>
            <a:custGeom>
              <a:avLst/>
              <a:gdLst/>
              <a:ahLst/>
              <a:cxnLst/>
              <a:rect r="r" b="b" t="t" l="l"/>
              <a:pathLst>
                <a:path h="812800" w="827187">
                  <a:moveTo>
                    <a:pt x="0" y="0"/>
                  </a:moveTo>
                  <a:lnTo>
                    <a:pt x="827187" y="0"/>
                  </a:lnTo>
                  <a:lnTo>
                    <a:pt x="82718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4"/>
              <a:stretch>
                <a:fillRect l="0" t="-55747" r="-84267" b="-715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612007" y="1461540"/>
            <a:ext cx="2568980" cy="2524299"/>
            <a:chOff x="0" y="0"/>
            <a:chExt cx="827187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7187" cy="812800"/>
            </a:xfrm>
            <a:custGeom>
              <a:avLst/>
              <a:gdLst/>
              <a:ahLst/>
              <a:cxnLst/>
              <a:rect r="r" b="b" t="t" l="l"/>
              <a:pathLst>
                <a:path h="812800" w="827187">
                  <a:moveTo>
                    <a:pt x="0" y="0"/>
                  </a:moveTo>
                  <a:lnTo>
                    <a:pt x="827187" y="0"/>
                  </a:lnTo>
                  <a:lnTo>
                    <a:pt x="82718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5"/>
              <a:stretch>
                <a:fillRect l="-22678" t="0" r="-13177" b="-3826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35639" y="2048781"/>
            <a:ext cx="7636070" cy="161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6"/>
              </a:lnSpc>
            </a:pPr>
            <a:r>
              <a:rPr lang="en-US" sz="10642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Our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959177" y="895350"/>
            <a:ext cx="69522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01/16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76489" y="895350"/>
            <a:ext cx="228540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Bridging Realities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78574" y="4113245"/>
            <a:ext cx="3214545" cy="3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9"/>
              </a:lnSpc>
              <a:spcBef>
                <a:spcPct val="0"/>
              </a:spcBef>
            </a:pPr>
            <a:r>
              <a:rPr lang="en-US" b="true" sz="19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Mr.Aruna Ishara Gamage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43671" y="4394695"/>
            <a:ext cx="3684351" cy="35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gradFill>
                  <a:gsLst>
                    <a:gs pos="0">
                      <a:srgbClr val="CB1E27">
                        <a:alpha val="100000"/>
                      </a:srgbClr>
                    </a:gs>
                    <a:gs pos="100000">
                      <a:srgbClr val="F7A034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Supervisor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50024" y="4394695"/>
            <a:ext cx="3684351" cy="35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gradFill>
                  <a:gsLst>
                    <a:gs pos="0">
                      <a:srgbClr val="CB1E27">
                        <a:alpha val="100000"/>
                      </a:srgbClr>
                    </a:gs>
                    <a:gs pos="100000">
                      <a:srgbClr val="F7A034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Co-Supervisor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11083" y="4098625"/>
            <a:ext cx="2294310" cy="3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9"/>
              </a:lnSpc>
              <a:spcBef>
                <a:spcPct val="0"/>
              </a:spcBef>
            </a:pPr>
            <a:r>
              <a:rPr lang="en-US" b="true" sz="19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Mr.Nushkan Nizme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426675" y="8162536"/>
            <a:ext cx="3285263" cy="30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9"/>
              </a:lnSpc>
              <a:spcBef>
                <a:spcPct val="0"/>
              </a:spcBef>
            </a:pPr>
            <a:r>
              <a:rPr lang="en-US" b="true" sz="1849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IT22361004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04175" y="8162536"/>
            <a:ext cx="3285263" cy="30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9"/>
              </a:lnSpc>
              <a:spcBef>
                <a:spcPct val="0"/>
              </a:spcBef>
            </a:pPr>
            <a:r>
              <a:rPr lang="en-US" b="true" sz="1849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IT22149558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37632" y="8162536"/>
            <a:ext cx="3285263" cy="30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9"/>
              </a:lnSpc>
              <a:spcBef>
                <a:spcPct val="0"/>
              </a:spcBef>
            </a:pPr>
            <a:r>
              <a:rPr lang="en-US" b="true" sz="1849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IT22135520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588110" y="8162536"/>
            <a:ext cx="3285263" cy="30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9"/>
              </a:lnSpc>
              <a:spcBef>
                <a:spcPct val="0"/>
              </a:spcBef>
            </a:pPr>
            <a:r>
              <a:rPr lang="en-US" b="true" sz="1849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IT22033482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698495" y="7809929"/>
            <a:ext cx="2333405" cy="36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1"/>
              </a:lnSpc>
              <a:spcBef>
                <a:spcPct val="0"/>
              </a:spcBef>
            </a:pPr>
            <a:r>
              <a:rPr lang="en-US" b="true" sz="212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Ashen Tennakoon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761150" y="7809929"/>
            <a:ext cx="1571313" cy="36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1"/>
              </a:lnSpc>
              <a:spcBef>
                <a:spcPct val="0"/>
              </a:spcBef>
            </a:pPr>
            <a:r>
              <a:rPr lang="en-US" b="true" sz="212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Imalki Pinto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024709" y="7809929"/>
            <a:ext cx="1371145" cy="36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1"/>
              </a:lnSpc>
              <a:spcBef>
                <a:spcPct val="0"/>
              </a:spcBef>
            </a:pPr>
            <a:r>
              <a:rPr lang="en-US" b="true" sz="212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Sherwin Li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146068" y="7809929"/>
            <a:ext cx="2346870" cy="36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1"/>
              </a:lnSpc>
              <a:spcBef>
                <a:spcPct val="0"/>
              </a:spcBef>
            </a:pPr>
            <a:r>
              <a:rPr lang="en-US" b="true" sz="212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Ruwani Pradeepa 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13759" y="7500479"/>
            <a:ext cx="9759276" cy="2366625"/>
          </a:xfrm>
          <a:custGeom>
            <a:avLst/>
            <a:gdLst/>
            <a:ahLst/>
            <a:cxnLst/>
            <a:rect r="r" b="b" t="t" l="l"/>
            <a:pathLst>
              <a:path h="2366625" w="9759276">
                <a:moveTo>
                  <a:pt x="0" y="0"/>
                </a:moveTo>
                <a:lnTo>
                  <a:pt x="9759277" y="0"/>
                </a:lnTo>
                <a:lnTo>
                  <a:pt x="9759277" y="2366624"/>
                </a:lnTo>
                <a:lnTo>
                  <a:pt x="0" y="236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8797" y="5143500"/>
            <a:ext cx="10808291" cy="3446044"/>
            <a:chOff x="0" y="0"/>
            <a:chExt cx="3773737" cy="12031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73737" cy="1203193"/>
            </a:xfrm>
            <a:custGeom>
              <a:avLst/>
              <a:gdLst/>
              <a:ahLst/>
              <a:cxnLst/>
              <a:rect r="r" b="b" t="t" l="l"/>
              <a:pathLst>
                <a:path h="1203193" w="3773737">
                  <a:moveTo>
                    <a:pt x="32950" y="0"/>
                  </a:moveTo>
                  <a:lnTo>
                    <a:pt x="3740788" y="0"/>
                  </a:lnTo>
                  <a:cubicBezTo>
                    <a:pt x="3758985" y="0"/>
                    <a:pt x="3773737" y="14752"/>
                    <a:pt x="3773737" y="32950"/>
                  </a:cubicBezTo>
                  <a:lnTo>
                    <a:pt x="3773737" y="1170244"/>
                  </a:lnTo>
                  <a:cubicBezTo>
                    <a:pt x="3773737" y="1188441"/>
                    <a:pt x="3758985" y="1203193"/>
                    <a:pt x="3740788" y="1203193"/>
                  </a:cubicBezTo>
                  <a:lnTo>
                    <a:pt x="32950" y="1203193"/>
                  </a:lnTo>
                  <a:cubicBezTo>
                    <a:pt x="14752" y="1203193"/>
                    <a:pt x="0" y="1188441"/>
                    <a:pt x="0" y="1170244"/>
                  </a:cubicBezTo>
                  <a:lnTo>
                    <a:pt x="0" y="32950"/>
                  </a:lnTo>
                  <a:cubicBezTo>
                    <a:pt x="0" y="14752"/>
                    <a:pt x="14752" y="0"/>
                    <a:pt x="329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773737" cy="1260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-10800000">
            <a:off x="12797653" y="2450405"/>
            <a:ext cx="1283403" cy="1283403"/>
          </a:xfrm>
          <a:custGeom>
            <a:avLst/>
            <a:gdLst/>
            <a:ahLst/>
            <a:cxnLst/>
            <a:rect r="r" b="b" t="t" l="l"/>
            <a:pathLst>
              <a:path h="1283403" w="1283403">
                <a:moveTo>
                  <a:pt x="1283403" y="1283403"/>
                </a:moveTo>
                <a:lnTo>
                  <a:pt x="0" y="1283403"/>
                </a:lnTo>
                <a:lnTo>
                  <a:pt x="0" y="0"/>
                </a:lnTo>
                <a:lnTo>
                  <a:pt x="1283403" y="0"/>
                </a:lnTo>
                <a:lnTo>
                  <a:pt x="1283403" y="1283403"/>
                </a:lnTo>
                <a:close/>
              </a:path>
            </a:pathLst>
          </a:custGeom>
          <a:blipFill>
            <a:blip r:embed="rId3">
              <a:alphaModFix amt="69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12797653" y="2450405"/>
            <a:ext cx="1241795" cy="1230492"/>
          </a:xfrm>
          <a:custGeom>
            <a:avLst/>
            <a:gdLst/>
            <a:ahLst/>
            <a:cxnLst/>
            <a:rect r="r" b="b" t="t" l="l"/>
            <a:pathLst>
              <a:path h="1230492" w="1241795">
                <a:moveTo>
                  <a:pt x="0" y="1230492"/>
                </a:moveTo>
                <a:lnTo>
                  <a:pt x="1241795" y="1230492"/>
                </a:lnTo>
                <a:lnTo>
                  <a:pt x="1241795" y="0"/>
                </a:lnTo>
                <a:lnTo>
                  <a:pt x="0" y="0"/>
                </a:lnTo>
                <a:lnTo>
                  <a:pt x="0" y="12304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236" t="-102588" r="-284276" b="-15850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271711" y="2769401"/>
            <a:ext cx="4045967" cy="40459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4993" y="0"/>
                  </a:moveTo>
                  <a:lnTo>
                    <a:pt x="657807" y="0"/>
                  </a:lnTo>
                  <a:cubicBezTo>
                    <a:pt x="743407" y="0"/>
                    <a:pt x="812800" y="69393"/>
                    <a:pt x="812800" y="154993"/>
                  </a:cubicBezTo>
                  <a:lnTo>
                    <a:pt x="812800" y="657807"/>
                  </a:lnTo>
                  <a:cubicBezTo>
                    <a:pt x="812800" y="743407"/>
                    <a:pt x="743407" y="812800"/>
                    <a:pt x="657807" y="812800"/>
                  </a:cubicBezTo>
                  <a:lnTo>
                    <a:pt x="154993" y="812800"/>
                  </a:lnTo>
                  <a:cubicBezTo>
                    <a:pt x="69393" y="812800"/>
                    <a:pt x="0" y="743407"/>
                    <a:pt x="0" y="657807"/>
                  </a:cubicBezTo>
                  <a:lnTo>
                    <a:pt x="0" y="154993"/>
                  </a:lnTo>
                  <a:cubicBezTo>
                    <a:pt x="0" y="69393"/>
                    <a:pt x="69393" y="0"/>
                    <a:pt x="154993" y="0"/>
                  </a:cubicBezTo>
                  <a:close/>
                </a:path>
              </a:pathLst>
            </a:custGeom>
            <a:blipFill>
              <a:blip r:embed="rId6"/>
              <a:stretch>
                <a:fillRect l="-25046" t="0" r="-25046" b="0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true" rot="0">
            <a:off x="16496583" y="6994176"/>
            <a:ext cx="1128195" cy="1133864"/>
          </a:xfrm>
          <a:custGeom>
            <a:avLst/>
            <a:gdLst/>
            <a:ahLst/>
            <a:cxnLst/>
            <a:rect r="r" b="b" t="t" l="l"/>
            <a:pathLst>
              <a:path h="1133864" w="1128195">
                <a:moveTo>
                  <a:pt x="0" y="1133864"/>
                </a:moveTo>
                <a:lnTo>
                  <a:pt x="1128195" y="1133864"/>
                </a:lnTo>
                <a:lnTo>
                  <a:pt x="1128195" y="0"/>
                </a:lnTo>
                <a:lnTo>
                  <a:pt x="0" y="0"/>
                </a:lnTo>
                <a:lnTo>
                  <a:pt x="0" y="113386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612106" y="6994176"/>
            <a:ext cx="4045967" cy="40459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4993" y="0"/>
                  </a:moveTo>
                  <a:lnTo>
                    <a:pt x="657807" y="0"/>
                  </a:lnTo>
                  <a:cubicBezTo>
                    <a:pt x="743407" y="0"/>
                    <a:pt x="812800" y="69393"/>
                    <a:pt x="812800" y="154993"/>
                  </a:cubicBezTo>
                  <a:lnTo>
                    <a:pt x="812800" y="657807"/>
                  </a:lnTo>
                  <a:cubicBezTo>
                    <a:pt x="812800" y="743407"/>
                    <a:pt x="743407" y="812800"/>
                    <a:pt x="657807" y="812800"/>
                  </a:cubicBezTo>
                  <a:lnTo>
                    <a:pt x="154993" y="812800"/>
                  </a:lnTo>
                  <a:cubicBezTo>
                    <a:pt x="69393" y="812800"/>
                    <a:pt x="0" y="743407"/>
                    <a:pt x="0" y="657807"/>
                  </a:cubicBezTo>
                  <a:lnTo>
                    <a:pt x="0" y="154993"/>
                  </a:lnTo>
                  <a:cubicBezTo>
                    <a:pt x="0" y="69393"/>
                    <a:pt x="69393" y="0"/>
                    <a:pt x="154993" y="0"/>
                  </a:cubicBezTo>
                  <a:close/>
                </a:path>
              </a:pathLst>
            </a:custGeom>
            <a:blipFill>
              <a:blip r:embed="rId9"/>
              <a:stretch>
                <a:fillRect l="-24673" t="0" r="-24673" b="0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-5400000">
            <a:off x="-7521705" y="7822353"/>
            <a:ext cx="13737709" cy="2869805"/>
          </a:xfrm>
          <a:custGeom>
            <a:avLst/>
            <a:gdLst/>
            <a:ahLst/>
            <a:cxnLst/>
            <a:rect r="r" b="b" t="t" l="l"/>
            <a:pathLst>
              <a:path h="2869805" w="13737709">
                <a:moveTo>
                  <a:pt x="0" y="0"/>
                </a:moveTo>
                <a:lnTo>
                  <a:pt x="13737710" y="0"/>
                </a:lnTo>
                <a:lnTo>
                  <a:pt x="13737710" y="2869805"/>
                </a:lnTo>
                <a:lnTo>
                  <a:pt x="0" y="2869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197" t="-3196" r="-3552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328235" y="3641838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328099" y="3350173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0"/>
                </a:lnTo>
                <a:lnTo>
                  <a:pt x="0" y="1842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941625" y="2595408"/>
            <a:ext cx="953852" cy="940486"/>
          </a:xfrm>
          <a:custGeom>
            <a:avLst/>
            <a:gdLst/>
            <a:ahLst/>
            <a:cxnLst/>
            <a:rect r="r" b="b" t="t" l="l"/>
            <a:pathLst>
              <a:path h="940486" w="953852">
                <a:moveTo>
                  <a:pt x="0" y="0"/>
                </a:moveTo>
                <a:lnTo>
                  <a:pt x="953851" y="0"/>
                </a:lnTo>
                <a:lnTo>
                  <a:pt x="953851" y="940486"/>
                </a:lnTo>
                <a:lnTo>
                  <a:pt x="0" y="9404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68797" y="2392854"/>
            <a:ext cx="13604239" cy="239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8"/>
              </a:lnSpc>
            </a:pPr>
            <a:r>
              <a:rPr lang="en-US" sz="8189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</a:t>
            </a:r>
          </a:p>
          <a:p>
            <a:pPr algn="l">
              <a:lnSpc>
                <a:spcPts val="9008"/>
              </a:lnSpc>
            </a:pPr>
            <a:r>
              <a:rPr lang="en-US" sz="8189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 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45479" y="5914466"/>
            <a:ext cx="9854927" cy="200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8"/>
              </a:lnSpc>
            </a:pPr>
            <a:r>
              <a:rPr lang="en-US" sz="290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do immersive technologies (VR, AR, and mixed environments) enhance visitor engagement, learning outcomes, and educational accessibility in museum contexts compared to traditional static displays?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141393" y="2787167"/>
            <a:ext cx="554315" cy="556967"/>
          </a:xfrm>
          <a:custGeom>
            <a:avLst/>
            <a:gdLst/>
            <a:ahLst/>
            <a:cxnLst/>
            <a:rect r="r" b="b" t="t" l="l"/>
            <a:pathLst>
              <a:path h="556967" w="554315">
                <a:moveTo>
                  <a:pt x="0" y="0"/>
                </a:moveTo>
                <a:lnTo>
                  <a:pt x="554315" y="0"/>
                </a:lnTo>
                <a:lnTo>
                  <a:pt x="554315" y="556968"/>
                </a:lnTo>
                <a:lnTo>
                  <a:pt x="0" y="5569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5959177" y="895350"/>
            <a:ext cx="74086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02/16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5349327" y="5912970"/>
            <a:ext cx="1241795" cy="1230492"/>
          </a:xfrm>
          <a:custGeom>
            <a:avLst/>
            <a:gdLst/>
            <a:ahLst/>
            <a:cxnLst/>
            <a:rect r="r" b="b" t="t" l="l"/>
            <a:pathLst>
              <a:path h="1230492" w="1241795">
                <a:moveTo>
                  <a:pt x="0" y="1230492"/>
                </a:moveTo>
                <a:lnTo>
                  <a:pt x="1241795" y="1230492"/>
                </a:lnTo>
                <a:lnTo>
                  <a:pt x="1241795" y="0"/>
                </a:lnTo>
                <a:lnTo>
                  <a:pt x="0" y="0"/>
                </a:lnTo>
                <a:lnTo>
                  <a:pt x="0" y="12304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36" t="-102588" r="-284276" b="-15850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81896" y="6371681"/>
            <a:ext cx="10804940" cy="4537531"/>
            <a:chOff x="0" y="0"/>
            <a:chExt cx="3772567" cy="15842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72567" cy="1584288"/>
            </a:xfrm>
            <a:custGeom>
              <a:avLst/>
              <a:gdLst/>
              <a:ahLst/>
              <a:cxnLst/>
              <a:rect r="r" b="b" t="t" l="l"/>
              <a:pathLst>
                <a:path h="1584288" w="3772567">
                  <a:moveTo>
                    <a:pt x="32960" y="0"/>
                  </a:moveTo>
                  <a:lnTo>
                    <a:pt x="3739608" y="0"/>
                  </a:lnTo>
                  <a:cubicBezTo>
                    <a:pt x="3757811" y="0"/>
                    <a:pt x="3772567" y="14757"/>
                    <a:pt x="3772567" y="32960"/>
                  </a:cubicBezTo>
                  <a:lnTo>
                    <a:pt x="3772567" y="1551329"/>
                  </a:lnTo>
                  <a:cubicBezTo>
                    <a:pt x="3772567" y="1569532"/>
                    <a:pt x="3757811" y="1584288"/>
                    <a:pt x="3739608" y="1584288"/>
                  </a:cubicBezTo>
                  <a:lnTo>
                    <a:pt x="32960" y="1584288"/>
                  </a:lnTo>
                  <a:cubicBezTo>
                    <a:pt x="14757" y="1584288"/>
                    <a:pt x="0" y="1569532"/>
                    <a:pt x="0" y="1551329"/>
                  </a:cubicBezTo>
                  <a:lnTo>
                    <a:pt x="0" y="32960"/>
                  </a:lnTo>
                  <a:cubicBezTo>
                    <a:pt x="0" y="14757"/>
                    <a:pt x="14757" y="0"/>
                    <a:pt x="329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772567" cy="1641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4528730" y="-1069969"/>
            <a:ext cx="9367435" cy="1242627"/>
          </a:xfrm>
          <a:custGeom>
            <a:avLst/>
            <a:gdLst/>
            <a:ahLst/>
            <a:cxnLst/>
            <a:rect r="r" b="b" t="t" l="l"/>
            <a:pathLst>
              <a:path h="1242627" w="9367435">
                <a:moveTo>
                  <a:pt x="0" y="0"/>
                </a:moveTo>
                <a:lnTo>
                  <a:pt x="9367435" y="0"/>
                </a:lnTo>
                <a:lnTo>
                  <a:pt x="9367435" y="1242627"/>
                </a:lnTo>
                <a:lnTo>
                  <a:pt x="0" y="1242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202" t="0" r="-790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3525011" y="-2574462"/>
            <a:ext cx="7359996" cy="1208078"/>
          </a:xfrm>
          <a:custGeom>
            <a:avLst/>
            <a:gdLst/>
            <a:ahLst/>
            <a:cxnLst/>
            <a:rect r="r" b="b" t="t" l="l"/>
            <a:pathLst>
              <a:path h="1208078" w="7359996">
                <a:moveTo>
                  <a:pt x="0" y="0"/>
                </a:moveTo>
                <a:lnTo>
                  <a:pt x="7359997" y="0"/>
                </a:lnTo>
                <a:lnTo>
                  <a:pt x="7359997" y="1208078"/>
                </a:lnTo>
                <a:lnTo>
                  <a:pt x="0" y="1208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198" t="0" r="-1427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18641" y="3731110"/>
            <a:ext cx="6537198" cy="145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9"/>
              </a:lnSpc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Many traditional museums rely on static displays and text-heavy explanations, which limit interaction and reduce engagement, especially for younger audiences.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25673" y="5581955"/>
            <a:ext cx="4553341" cy="4553341"/>
          </a:xfrm>
          <a:custGeom>
            <a:avLst/>
            <a:gdLst/>
            <a:ahLst/>
            <a:cxnLst/>
            <a:rect r="r" b="b" t="t" l="l"/>
            <a:pathLst>
              <a:path h="4553341" w="4553341">
                <a:moveTo>
                  <a:pt x="0" y="0"/>
                </a:moveTo>
                <a:lnTo>
                  <a:pt x="4553342" y="0"/>
                </a:lnTo>
                <a:lnTo>
                  <a:pt x="4553342" y="4553342"/>
                </a:lnTo>
                <a:lnTo>
                  <a:pt x="0" y="45533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43392" y="7234999"/>
            <a:ext cx="3200154" cy="3200154"/>
          </a:xfrm>
          <a:custGeom>
            <a:avLst/>
            <a:gdLst/>
            <a:ahLst/>
            <a:cxnLst/>
            <a:rect r="r" b="b" t="t" l="l"/>
            <a:pathLst>
              <a:path h="3200154" w="3200154">
                <a:moveTo>
                  <a:pt x="0" y="0"/>
                </a:moveTo>
                <a:lnTo>
                  <a:pt x="3200154" y="0"/>
                </a:lnTo>
                <a:lnTo>
                  <a:pt x="3200154" y="3200155"/>
                </a:lnTo>
                <a:lnTo>
                  <a:pt x="0" y="32001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700000">
            <a:off x="11078181" y="5707986"/>
            <a:ext cx="4340790" cy="4301280"/>
          </a:xfrm>
          <a:custGeom>
            <a:avLst/>
            <a:gdLst/>
            <a:ahLst/>
            <a:cxnLst/>
            <a:rect r="r" b="b" t="t" l="l"/>
            <a:pathLst>
              <a:path h="4301280" w="4340790">
                <a:moveTo>
                  <a:pt x="0" y="0"/>
                </a:moveTo>
                <a:lnTo>
                  <a:pt x="4340789" y="0"/>
                </a:lnTo>
                <a:lnTo>
                  <a:pt x="4340789" y="4301280"/>
                </a:lnTo>
                <a:lnTo>
                  <a:pt x="0" y="430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36" t="-102588" r="-284276" b="-15850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700000">
            <a:off x="15065737" y="7164118"/>
            <a:ext cx="3050770" cy="3023002"/>
          </a:xfrm>
          <a:custGeom>
            <a:avLst/>
            <a:gdLst/>
            <a:ahLst/>
            <a:cxnLst/>
            <a:rect r="r" b="b" t="t" l="l"/>
            <a:pathLst>
              <a:path h="3023002" w="3050770">
                <a:moveTo>
                  <a:pt x="0" y="0"/>
                </a:moveTo>
                <a:lnTo>
                  <a:pt x="3050770" y="0"/>
                </a:lnTo>
                <a:lnTo>
                  <a:pt x="3050770" y="3023002"/>
                </a:lnTo>
                <a:lnTo>
                  <a:pt x="0" y="3023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36" t="-102588" r="-284276" b="-15850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700000">
            <a:off x="5237887" y="4988080"/>
            <a:ext cx="5793826" cy="5741091"/>
          </a:xfrm>
          <a:custGeom>
            <a:avLst/>
            <a:gdLst/>
            <a:ahLst/>
            <a:cxnLst/>
            <a:rect r="r" b="b" t="t" l="l"/>
            <a:pathLst>
              <a:path h="5741091" w="5793826">
                <a:moveTo>
                  <a:pt x="0" y="0"/>
                </a:moveTo>
                <a:lnTo>
                  <a:pt x="5793826" y="0"/>
                </a:lnTo>
                <a:lnTo>
                  <a:pt x="5793826" y="5741092"/>
                </a:lnTo>
                <a:lnTo>
                  <a:pt x="0" y="57410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6236" t="-102588" r="-284276" b="-158505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310754" y="5913111"/>
            <a:ext cx="3844866" cy="384486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24906" t="0" r="-2490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229193" y="7308283"/>
            <a:ext cx="2702228" cy="270222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-25046" t="0" r="-2504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548312" y="5261869"/>
            <a:ext cx="5131897" cy="513189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-25187" t="0" r="-25187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357326" y="618129"/>
            <a:ext cx="920540" cy="925166"/>
          </a:xfrm>
          <a:custGeom>
            <a:avLst/>
            <a:gdLst/>
            <a:ahLst/>
            <a:cxnLst/>
            <a:rect r="r" b="b" t="t" l="l"/>
            <a:pathLst>
              <a:path h="925166" w="920540">
                <a:moveTo>
                  <a:pt x="0" y="0"/>
                </a:moveTo>
                <a:lnTo>
                  <a:pt x="920540" y="0"/>
                </a:lnTo>
                <a:lnTo>
                  <a:pt x="920540" y="925165"/>
                </a:lnTo>
                <a:lnTo>
                  <a:pt x="0" y="9251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57326" y="1756844"/>
            <a:ext cx="14998275" cy="9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</a:t>
            </a: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t &amp; Stakeholders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7326" y="3134127"/>
            <a:ext cx="3929935" cy="4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725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Contex</a:t>
            </a:r>
            <a:r>
              <a:rPr lang="en-US" sz="2725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7326" y="3731110"/>
            <a:ext cx="6280014" cy="145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9"/>
              </a:lnSpc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Museums play an important role in informal education, helping visitors understand scientific and historical concepts through exhibits.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18641" y="3134127"/>
            <a:ext cx="3929935" cy="4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725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Observed Problem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493299" y="6057973"/>
            <a:ext cx="953852" cy="940486"/>
          </a:xfrm>
          <a:custGeom>
            <a:avLst/>
            <a:gdLst/>
            <a:ahLst/>
            <a:cxnLst/>
            <a:rect r="r" b="b" t="t" l="l"/>
            <a:pathLst>
              <a:path h="940486" w="953852">
                <a:moveTo>
                  <a:pt x="0" y="0"/>
                </a:moveTo>
                <a:lnTo>
                  <a:pt x="953851" y="0"/>
                </a:lnTo>
                <a:lnTo>
                  <a:pt x="953851" y="940486"/>
                </a:lnTo>
                <a:lnTo>
                  <a:pt x="0" y="9404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93067" y="6249733"/>
            <a:ext cx="554315" cy="556967"/>
          </a:xfrm>
          <a:custGeom>
            <a:avLst/>
            <a:gdLst/>
            <a:ahLst/>
            <a:cxnLst/>
            <a:rect r="r" b="b" t="t" l="l"/>
            <a:pathLst>
              <a:path h="556967" w="554315">
                <a:moveTo>
                  <a:pt x="0" y="0"/>
                </a:moveTo>
                <a:lnTo>
                  <a:pt x="554315" y="0"/>
                </a:lnTo>
                <a:lnTo>
                  <a:pt x="554315" y="556967"/>
                </a:lnTo>
                <a:lnTo>
                  <a:pt x="0" y="5569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328506" y="3204606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9" y="0"/>
                </a:lnTo>
                <a:lnTo>
                  <a:pt x="183939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328235" y="3435864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0"/>
                </a:lnTo>
                <a:lnTo>
                  <a:pt x="0" y="18421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29" id="29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5959177" y="895350"/>
            <a:ext cx="74959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03/16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776301" y="9092972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30"/>
                </a:lnTo>
                <a:lnTo>
                  <a:pt x="0" y="78603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0332" y="7570449"/>
            <a:ext cx="9274979" cy="2249182"/>
          </a:xfrm>
          <a:custGeom>
            <a:avLst/>
            <a:gdLst/>
            <a:ahLst/>
            <a:cxnLst/>
            <a:rect r="r" b="b" t="t" l="l"/>
            <a:pathLst>
              <a:path h="2249182" w="9274979">
                <a:moveTo>
                  <a:pt x="0" y="0"/>
                </a:moveTo>
                <a:lnTo>
                  <a:pt x="9274979" y="0"/>
                </a:lnTo>
                <a:lnTo>
                  <a:pt x="9274979" y="2249183"/>
                </a:lnTo>
                <a:lnTo>
                  <a:pt x="0" y="2249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98893" y="8983446"/>
            <a:ext cx="6356578" cy="1541470"/>
          </a:xfrm>
          <a:custGeom>
            <a:avLst/>
            <a:gdLst/>
            <a:ahLst/>
            <a:cxnLst/>
            <a:rect r="r" b="b" t="t" l="l"/>
            <a:pathLst>
              <a:path h="1541470" w="6356578">
                <a:moveTo>
                  <a:pt x="0" y="0"/>
                </a:moveTo>
                <a:lnTo>
                  <a:pt x="6356577" y="0"/>
                </a:lnTo>
                <a:lnTo>
                  <a:pt x="6356577" y="1541470"/>
                </a:lnTo>
                <a:lnTo>
                  <a:pt x="0" y="15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74007" y="7208954"/>
            <a:ext cx="6356578" cy="1541470"/>
          </a:xfrm>
          <a:custGeom>
            <a:avLst/>
            <a:gdLst/>
            <a:ahLst/>
            <a:cxnLst/>
            <a:rect r="r" b="b" t="t" l="l"/>
            <a:pathLst>
              <a:path h="1541470" w="6356578">
                <a:moveTo>
                  <a:pt x="0" y="0"/>
                </a:moveTo>
                <a:lnTo>
                  <a:pt x="6356578" y="0"/>
                </a:lnTo>
                <a:lnTo>
                  <a:pt x="6356578" y="1541470"/>
                </a:lnTo>
                <a:lnTo>
                  <a:pt x="0" y="15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8039" y="6927637"/>
            <a:ext cx="7588946" cy="1767404"/>
            <a:chOff x="0" y="0"/>
            <a:chExt cx="2788051" cy="6493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88051" cy="649315"/>
            </a:xfrm>
            <a:custGeom>
              <a:avLst/>
              <a:gdLst/>
              <a:ahLst/>
              <a:cxnLst/>
              <a:rect r="r" b="b" t="t" l="l"/>
              <a:pathLst>
                <a:path h="649315" w="2788051">
                  <a:moveTo>
                    <a:pt x="46927" y="0"/>
                  </a:moveTo>
                  <a:lnTo>
                    <a:pt x="2741124" y="0"/>
                  </a:lnTo>
                  <a:cubicBezTo>
                    <a:pt x="2767041" y="0"/>
                    <a:pt x="2788051" y="21010"/>
                    <a:pt x="2788051" y="46927"/>
                  </a:cubicBezTo>
                  <a:lnTo>
                    <a:pt x="2788051" y="602387"/>
                  </a:lnTo>
                  <a:cubicBezTo>
                    <a:pt x="2788051" y="628304"/>
                    <a:pt x="2767041" y="649315"/>
                    <a:pt x="2741124" y="649315"/>
                  </a:cubicBezTo>
                  <a:lnTo>
                    <a:pt x="46927" y="649315"/>
                  </a:lnTo>
                  <a:cubicBezTo>
                    <a:pt x="21010" y="649315"/>
                    <a:pt x="0" y="628304"/>
                    <a:pt x="0" y="602387"/>
                  </a:cubicBezTo>
                  <a:lnTo>
                    <a:pt x="0" y="46927"/>
                  </a:lnTo>
                  <a:cubicBezTo>
                    <a:pt x="0" y="21010"/>
                    <a:pt x="21010" y="0"/>
                    <a:pt x="469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788051" cy="706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08961" y="2314304"/>
            <a:ext cx="3308861" cy="3308861"/>
          </a:xfrm>
          <a:custGeom>
            <a:avLst/>
            <a:gdLst/>
            <a:ahLst/>
            <a:cxnLst/>
            <a:rect r="r" b="b" t="t" l="l"/>
            <a:pathLst>
              <a:path h="3308861" w="3308861">
                <a:moveTo>
                  <a:pt x="0" y="0"/>
                </a:moveTo>
                <a:lnTo>
                  <a:pt x="3308861" y="0"/>
                </a:lnTo>
                <a:lnTo>
                  <a:pt x="3308861" y="3308861"/>
                </a:lnTo>
                <a:lnTo>
                  <a:pt x="0" y="3308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0143" t="-52984" r="-21136" b="-3790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77812" y="2314304"/>
            <a:ext cx="3214963" cy="3214963"/>
          </a:xfrm>
          <a:custGeom>
            <a:avLst/>
            <a:gdLst/>
            <a:ahLst/>
            <a:cxnLst/>
            <a:rect r="r" b="b" t="t" l="l"/>
            <a:pathLst>
              <a:path h="3214963" w="3214963">
                <a:moveTo>
                  <a:pt x="0" y="0"/>
                </a:moveTo>
                <a:lnTo>
                  <a:pt x="3214964" y="0"/>
                </a:lnTo>
                <a:lnTo>
                  <a:pt x="3214964" y="3214963"/>
                </a:lnTo>
                <a:lnTo>
                  <a:pt x="0" y="32149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408" r="0" b="-7317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54909" y="2344079"/>
            <a:ext cx="3207212" cy="3207212"/>
          </a:xfrm>
          <a:custGeom>
            <a:avLst/>
            <a:gdLst/>
            <a:ahLst/>
            <a:cxnLst/>
            <a:rect r="r" b="b" t="t" l="l"/>
            <a:pathLst>
              <a:path h="3207212" w="3207212">
                <a:moveTo>
                  <a:pt x="0" y="0"/>
                </a:moveTo>
                <a:lnTo>
                  <a:pt x="3207212" y="0"/>
                </a:lnTo>
                <a:lnTo>
                  <a:pt x="3207212" y="3207212"/>
                </a:lnTo>
                <a:lnTo>
                  <a:pt x="0" y="32072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8123" t="-91453" r="-108334" b="-3370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18241" y="2942757"/>
            <a:ext cx="2690300" cy="621885"/>
          </a:xfrm>
          <a:custGeom>
            <a:avLst/>
            <a:gdLst/>
            <a:ahLst/>
            <a:cxnLst/>
            <a:rect r="r" b="b" t="t" l="l"/>
            <a:pathLst>
              <a:path h="621885" w="2690300">
                <a:moveTo>
                  <a:pt x="0" y="0"/>
                </a:moveTo>
                <a:lnTo>
                  <a:pt x="2690300" y="0"/>
                </a:lnTo>
                <a:lnTo>
                  <a:pt x="2690300" y="621885"/>
                </a:lnTo>
                <a:lnTo>
                  <a:pt x="0" y="6218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0573" t="0" r="-18469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440144" y="2942757"/>
            <a:ext cx="2690300" cy="621885"/>
          </a:xfrm>
          <a:custGeom>
            <a:avLst/>
            <a:gdLst/>
            <a:ahLst/>
            <a:cxnLst/>
            <a:rect r="r" b="b" t="t" l="l"/>
            <a:pathLst>
              <a:path h="621885" w="2690300">
                <a:moveTo>
                  <a:pt x="0" y="0"/>
                </a:moveTo>
                <a:lnTo>
                  <a:pt x="2690300" y="0"/>
                </a:lnTo>
                <a:lnTo>
                  <a:pt x="2690300" y="621885"/>
                </a:lnTo>
                <a:lnTo>
                  <a:pt x="0" y="6218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0573" t="0" r="-18469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13365" y="2942757"/>
            <a:ext cx="2690300" cy="621885"/>
          </a:xfrm>
          <a:custGeom>
            <a:avLst/>
            <a:gdLst/>
            <a:ahLst/>
            <a:cxnLst/>
            <a:rect r="r" b="b" t="t" l="l"/>
            <a:pathLst>
              <a:path h="621885" w="2690300">
                <a:moveTo>
                  <a:pt x="0" y="0"/>
                </a:moveTo>
                <a:lnTo>
                  <a:pt x="2690300" y="0"/>
                </a:lnTo>
                <a:lnTo>
                  <a:pt x="2690300" y="621885"/>
                </a:lnTo>
                <a:lnTo>
                  <a:pt x="0" y="6218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0573" t="0" r="-18469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-4528730" y="-1069969"/>
            <a:ext cx="9367435" cy="1242627"/>
          </a:xfrm>
          <a:custGeom>
            <a:avLst/>
            <a:gdLst/>
            <a:ahLst/>
            <a:cxnLst/>
            <a:rect r="r" b="b" t="t" l="l"/>
            <a:pathLst>
              <a:path h="1242627" w="9367435">
                <a:moveTo>
                  <a:pt x="0" y="0"/>
                </a:moveTo>
                <a:lnTo>
                  <a:pt x="9367435" y="0"/>
                </a:lnTo>
                <a:lnTo>
                  <a:pt x="9367435" y="1242627"/>
                </a:lnTo>
                <a:lnTo>
                  <a:pt x="0" y="1242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6202" t="0" r="-790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-3525011" y="-2574462"/>
            <a:ext cx="7359996" cy="1208078"/>
          </a:xfrm>
          <a:custGeom>
            <a:avLst/>
            <a:gdLst/>
            <a:ahLst/>
            <a:cxnLst/>
            <a:rect r="r" b="b" t="t" l="l"/>
            <a:pathLst>
              <a:path h="1208078" w="7359996">
                <a:moveTo>
                  <a:pt x="0" y="0"/>
                </a:moveTo>
                <a:lnTo>
                  <a:pt x="7359997" y="0"/>
                </a:lnTo>
                <a:lnTo>
                  <a:pt x="7359997" y="1208078"/>
                </a:lnTo>
                <a:lnTo>
                  <a:pt x="0" y="12080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6198" t="0" r="-14272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328506" y="3204606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9" y="0"/>
                </a:lnTo>
                <a:lnTo>
                  <a:pt x="183939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328235" y="3435864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0"/>
                </a:lnTo>
                <a:lnTo>
                  <a:pt x="0" y="18421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825409" y="7979689"/>
            <a:ext cx="1765620" cy="1774492"/>
          </a:xfrm>
          <a:custGeom>
            <a:avLst/>
            <a:gdLst/>
            <a:ahLst/>
            <a:cxnLst/>
            <a:rect r="r" b="b" t="t" l="l"/>
            <a:pathLst>
              <a:path h="1774492" w="1765620">
                <a:moveTo>
                  <a:pt x="0" y="0"/>
                </a:moveTo>
                <a:lnTo>
                  <a:pt x="1765619" y="0"/>
                </a:lnTo>
                <a:lnTo>
                  <a:pt x="1765619" y="1774492"/>
                </a:lnTo>
                <a:lnTo>
                  <a:pt x="0" y="177449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346800" y="8866935"/>
            <a:ext cx="859003" cy="863320"/>
          </a:xfrm>
          <a:custGeom>
            <a:avLst/>
            <a:gdLst/>
            <a:ahLst/>
            <a:cxnLst/>
            <a:rect r="r" b="b" t="t" l="l"/>
            <a:pathLst>
              <a:path h="863320" w="859003">
                <a:moveTo>
                  <a:pt x="859003" y="0"/>
                </a:moveTo>
                <a:lnTo>
                  <a:pt x="0" y="0"/>
                </a:lnTo>
                <a:lnTo>
                  <a:pt x="0" y="863320"/>
                </a:lnTo>
                <a:lnTo>
                  <a:pt x="859003" y="863320"/>
                </a:lnTo>
                <a:lnTo>
                  <a:pt x="859003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788452" y="6718501"/>
            <a:ext cx="4503557" cy="3011754"/>
          </a:xfrm>
          <a:custGeom>
            <a:avLst/>
            <a:gdLst/>
            <a:ahLst/>
            <a:cxnLst/>
            <a:rect r="r" b="b" t="t" l="l"/>
            <a:pathLst>
              <a:path h="3011754" w="4503557">
                <a:moveTo>
                  <a:pt x="0" y="0"/>
                </a:moveTo>
                <a:lnTo>
                  <a:pt x="4503557" y="0"/>
                </a:lnTo>
                <a:lnTo>
                  <a:pt x="4503557" y="3011754"/>
                </a:lnTo>
                <a:lnTo>
                  <a:pt x="0" y="30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442172" y="5518890"/>
            <a:ext cx="3541981" cy="2359845"/>
          </a:xfrm>
          <a:custGeom>
            <a:avLst/>
            <a:gdLst/>
            <a:ahLst/>
            <a:cxnLst/>
            <a:rect r="r" b="b" t="t" l="l"/>
            <a:pathLst>
              <a:path h="2359845" w="3541981">
                <a:moveTo>
                  <a:pt x="0" y="0"/>
                </a:moveTo>
                <a:lnTo>
                  <a:pt x="3541981" y="0"/>
                </a:lnTo>
                <a:lnTo>
                  <a:pt x="3541981" y="2359845"/>
                </a:lnTo>
                <a:lnTo>
                  <a:pt x="0" y="235984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72529" y="1402025"/>
            <a:ext cx="7893997" cy="90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7"/>
              </a:lnSpc>
            </a:pPr>
            <a:r>
              <a:rPr lang="en-US" sz="5970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Stakeholders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2529" y="5851765"/>
            <a:ext cx="7893997" cy="90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7"/>
              </a:lnSpc>
            </a:pPr>
            <a:r>
              <a:rPr lang="en-US" sz="5970" b="true">
                <a:solidFill>
                  <a:srgbClr val="F47C00"/>
                </a:solidFill>
                <a:latin typeface="Poppins Bold"/>
                <a:ea typeface="Poppins Bold"/>
                <a:cs typeface="Poppins Bold"/>
                <a:sym typeface="Poppins Bold"/>
              </a:rPr>
              <a:t>W</a:t>
            </a:r>
            <a:r>
              <a:rPr lang="en-US" sz="5970" b="true">
                <a:solidFill>
                  <a:srgbClr val="F47C00"/>
                </a:solidFill>
                <a:latin typeface="Poppins Bold"/>
                <a:ea typeface="Poppins Bold"/>
                <a:cs typeface="Poppins Bold"/>
                <a:sym typeface="Poppins Bold"/>
              </a:rPr>
              <a:t>hy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76282" y="5851765"/>
            <a:ext cx="7893997" cy="90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7"/>
              </a:lnSpc>
            </a:pPr>
            <a:r>
              <a:rPr lang="en-US" sz="5970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It Matters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68782" y="3082600"/>
            <a:ext cx="2589218" cy="34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7"/>
              </a:lnSpc>
            </a:pPr>
            <a:r>
              <a:rPr lang="en-US" sz="2252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Prim</a:t>
            </a:r>
            <a:r>
              <a:rPr lang="en-US" b="true" sz="2252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ary Users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90685" y="3082600"/>
            <a:ext cx="2589218" cy="34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7"/>
              </a:lnSpc>
            </a:pPr>
            <a:r>
              <a:rPr lang="en-US" sz="2252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Second</a:t>
            </a:r>
            <a:r>
              <a:rPr lang="en-US" b="true" sz="2252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ary Users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46566" y="3082600"/>
            <a:ext cx="2589218" cy="34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7"/>
              </a:lnSpc>
            </a:pPr>
            <a:r>
              <a:rPr lang="en-US" b="true" sz="2252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Makers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6208" y="3692910"/>
            <a:ext cx="2900392" cy="113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22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2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useum visitors (students, families, researchers)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82813" y="3822355"/>
            <a:ext cx="2900392" cy="76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22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2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useum educators and curators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13365" y="3790809"/>
            <a:ext cx="2900392" cy="76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22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2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useum administrators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08246" y="7155264"/>
            <a:ext cx="13604916" cy="139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1409" indent="-225704" lvl="1">
              <a:lnSpc>
                <a:spcPts val="2718"/>
              </a:lnSpc>
              <a:buFont typeface="Arial"/>
              <a:buChar char="•"/>
            </a:pPr>
            <a:r>
              <a:rPr lang="en-US" sz="20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Reduced engagement</a:t>
            </a:r>
          </a:p>
          <a:p>
            <a:pPr algn="just" marL="451409" indent="-225704" lvl="1">
              <a:lnSpc>
                <a:spcPts val="2718"/>
              </a:lnSpc>
              <a:buFont typeface="Arial"/>
              <a:buChar char="•"/>
            </a:pPr>
            <a:r>
              <a:rPr lang="en-US" sz="20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Lower educational retention</a:t>
            </a:r>
          </a:p>
          <a:p>
            <a:pPr algn="just" marL="451409" indent="-225704" lvl="1">
              <a:lnSpc>
                <a:spcPts val="2718"/>
              </a:lnSpc>
              <a:buFont typeface="Arial"/>
              <a:buChar char="•"/>
            </a:pPr>
            <a:r>
              <a:rPr lang="en-US" sz="20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Limited accessibility for diverse audiences</a:t>
            </a:r>
          </a:p>
          <a:p>
            <a:pPr algn="just">
              <a:lnSpc>
                <a:spcPts val="2718"/>
              </a:lnSpc>
            </a:pPr>
          </a:p>
        </p:txBody>
      </p:sp>
      <p:sp>
        <p:nvSpPr>
          <p:cNvPr name="AutoShape 32" id="32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5959177" y="895350"/>
            <a:ext cx="751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04/16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0593" y="7817271"/>
            <a:ext cx="4988204" cy="1209640"/>
          </a:xfrm>
          <a:custGeom>
            <a:avLst/>
            <a:gdLst/>
            <a:ahLst/>
            <a:cxnLst/>
            <a:rect r="r" b="b" t="t" l="l"/>
            <a:pathLst>
              <a:path h="1209640" w="4988204">
                <a:moveTo>
                  <a:pt x="0" y="0"/>
                </a:moveTo>
                <a:lnTo>
                  <a:pt x="4988205" y="0"/>
                </a:lnTo>
                <a:lnTo>
                  <a:pt x="4988205" y="1209639"/>
                </a:lnTo>
                <a:lnTo>
                  <a:pt x="0" y="120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76045" y="3686280"/>
            <a:ext cx="4879419" cy="4835008"/>
          </a:xfrm>
          <a:custGeom>
            <a:avLst/>
            <a:gdLst/>
            <a:ahLst/>
            <a:cxnLst/>
            <a:rect r="r" b="b" t="t" l="l"/>
            <a:pathLst>
              <a:path h="4835008" w="4879419">
                <a:moveTo>
                  <a:pt x="0" y="4835007"/>
                </a:moveTo>
                <a:lnTo>
                  <a:pt x="4879419" y="4835007"/>
                </a:lnTo>
                <a:lnTo>
                  <a:pt x="4879419" y="0"/>
                </a:lnTo>
                <a:lnTo>
                  <a:pt x="0" y="0"/>
                </a:lnTo>
                <a:lnTo>
                  <a:pt x="0" y="483500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236" t="-102588" r="-284276" b="-15850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50593" y="5339731"/>
            <a:ext cx="3407835" cy="340783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84016" y="0"/>
                  </a:moveTo>
                  <a:lnTo>
                    <a:pt x="628784" y="0"/>
                  </a:lnTo>
                  <a:cubicBezTo>
                    <a:pt x="677588" y="0"/>
                    <a:pt x="724393" y="19387"/>
                    <a:pt x="758903" y="53897"/>
                  </a:cubicBezTo>
                  <a:cubicBezTo>
                    <a:pt x="793413" y="88407"/>
                    <a:pt x="812800" y="135212"/>
                    <a:pt x="812800" y="184016"/>
                  </a:cubicBezTo>
                  <a:lnTo>
                    <a:pt x="812800" y="628784"/>
                  </a:lnTo>
                  <a:cubicBezTo>
                    <a:pt x="812800" y="677588"/>
                    <a:pt x="793413" y="724393"/>
                    <a:pt x="758903" y="758903"/>
                  </a:cubicBezTo>
                  <a:cubicBezTo>
                    <a:pt x="724393" y="793413"/>
                    <a:pt x="677588" y="812800"/>
                    <a:pt x="628784" y="812800"/>
                  </a:cubicBezTo>
                  <a:lnTo>
                    <a:pt x="184016" y="812800"/>
                  </a:lnTo>
                  <a:cubicBezTo>
                    <a:pt x="135212" y="812800"/>
                    <a:pt x="88407" y="793413"/>
                    <a:pt x="53897" y="758903"/>
                  </a:cubicBezTo>
                  <a:cubicBezTo>
                    <a:pt x="19387" y="724393"/>
                    <a:pt x="0" y="677588"/>
                    <a:pt x="0" y="628784"/>
                  </a:cubicBezTo>
                  <a:lnTo>
                    <a:pt x="0" y="184016"/>
                  </a:lnTo>
                  <a:cubicBezTo>
                    <a:pt x="0" y="135212"/>
                    <a:pt x="19387" y="88407"/>
                    <a:pt x="53897" y="53897"/>
                  </a:cubicBezTo>
                  <a:cubicBezTo>
                    <a:pt x="88407" y="19387"/>
                    <a:pt x="135212" y="0"/>
                    <a:pt x="184016" y="0"/>
                  </a:cubicBezTo>
                  <a:close/>
                </a:path>
              </a:pathLst>
            </a:custGeom>
            <a:blipFill>
              <a:blip r:embed="rId5"/>
              <a:stretch>
                <a:fillRect l="-25046" t="0" r="-25046" b="0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-2628765" y="7921384"/>
            <a:ext cx="5774934" cy="1120932"/>
          </a:xfrm>
          <a:custGeom>
            <a:avLst/>
            <a:gdLst/>
            <a:ahLst/>
            <a:cxnLst/>
            <a:rect r="r" b="b" t="t" l="l"/>
            <a:pathLst>
              <a:path h="1120932" w="5774934">
                <a:moveTo>
                  <a:pt x="0" y="0"/>
                </a:moveTo>
                <a:lnTo>
                  <a:pt x="5774934" y="0"/>
                </a:lnTo>
                <a:lnTo>
                  <a:pt x="5774934" y="1120932"/>
                </a:lnTo>
                <a:lnTo>
                  <a:pt x="0" y="11209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97" t="0" r="-6457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3283852" y="100256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328235" y="80169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328235" y="77252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721755" y="2274345"/>
            <a:ext cx="859003" cy="863320"/>
          </a:xfrm>
          <a:custGeom>
            <a:avLst/>
            <a:gdLst/>
            <a:ahLst/>
            <a:cxnLst/>
            <a:rect r="r" b="b" t="t" l="l"/>
            <a:pathLst>
              <a:path h="863320" w="859003">
                <a:moveTo>
                  <a:pt x="859003" y="0"/>
                </a:moveTo>
                <a:lnTo>
                  <a:pt x="0" y="0"/>
                </a:lnTo>
                <a:lnTo>
                  <a:pt x="0" y="863320"/>
                </a:lnTo>
                <a:lnTo>
                  <a:pt x="859003" y="863320"/>
                </a:lnTo>
                <a:lnTo>
                  <a:pt x="85900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99076" y="6015207"/>
            <a:ext cx="5042980" cy="673817"/>
          </a:xfrm>
          <a:custGeom>
            <a:avLst/>
            <a:gdLst/>
            <a:ahLst/>
            <a:cxnLst/>
            <a:rect r="r" b="b" t="t" l="l"/>
            <a:pathLst>
              <a:path h="673817" w="5042980">
                <a:moveTo>
                  <a:pt x="0" y="0"/>
                </a:moveTo>
                <a:lnTo>
                  <a:pt x="5042979" y="0"/>
                </a:lnTo>
                <a:lnTo>
                  <a:pt x="5042979" y="673816"/>
                </a:lnTo>
                <a:lnTo>
                  <a:pt x="0" y="6738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0595" t="0" r="-12268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90093" y="2800756"/>
            <a:ext cx="3788412" cy="673817"/>
          </a:xfrm>
          <a:custGeom>
            <a:avLst/>
            <a:gdLst/>
            <a:ahLst/>
            <a:cxnLst/>
            <a:rect r="r" b="b" t="t" l="l"/>
            <a:pathLst>
              <a:path h="673817" w="3788412">
                <a:moveTo>
                  <a:pt x="0" y="0"/>
                </a:moveTo>
                <a:lnTo>
                  <a:pt x="3788412" y="0"/>
                </a:lnTo>
                <a:lnTo>
                  <a:pt x="3788412" y="673817"/>
                </a:lnTo>
                <a:lnTo>
                  <a:pt x="0" y="67381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-1857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921887" y="2868390"/>
            <a:ext cx="3107899" cy="42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5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21887" y="6119869"/>
            <a:ext cx="4908263" cy="41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sz="24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</a:t>
            </a:r>
            <a:r>
              <a:rPr lang="en-US" sz="24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ective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127953" y="5806281"/>
            <a:ext cx="415861" cy="417851"/>
          </a:xfrm>
          <a:custGeom>
            <a:avLst/>
            <a:gdLst/>
            <a:ahLst/>
            <a:cxnLst/>
            <a:rect r="r" b="b" t="t" l="l"/>
            <a:pathLst>
              <a:path h="417851" w="415861">
                <a:moveTo>
                  <a:pt x="0" y="0"/>
                </a:moveTo>
                <a:lnTo>
                  <a:pt x="415861" y="0"/>
                </a:lnTo>
                <a:lnTo>
                  <a:pt x="415861" y="417851"/>
                </a:lnTo>
                <a:lnTo>
                  <a:pt x="0" y="41785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7127953" y="2585238"/>
            <a:ext cx="421689" cy="417851"/>
          </a:xfrm>
          <a:custGeom>
            <a:avLst/>
            <a:gdLst/>
            <a:ahLst/>
            <a:cxnLst/>
            <a:rect r="r" b="b" t="t" l="l"/>
            <a:pathLst>
              <a:path h="417851" w="421689">
                <a:moveTo>
                  <a:pt x="0" y="417851"/>
                </a:moveTo>
                <a:lnTo>
                  <a:pt x="421689" y="417851"/>
                </a:lnTo>
                <a:lnTo>
                  <a:pt x="421689" y="0"/>
                </a:lnTo>
                <a:lnTo>
                  <a:pt x="0" y="0"/>
                </a:lnTo>
                <a:lnTo>
                  <a:pt x="0" y="417851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6236" t="-102588" r="-284276" b="-158505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090093" y="8858078"/>
            <a:ext cx="10169207" cy="2908957"/>
            <a:chOff x="0" y="0"/>
            <a:chExt cx="3550600" cy="10156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50600" cy="1015668"/>
            </a:xfrm>
            <a:custGeom>
              <a:avLst/>
              <a:gdLst/>
              <a:ahLst/>
              <a:cxnLst/>
              <a:rect r="r" b="b" t="t" l="l"/>
              <a:pathLst>
                <a:path h="1015668" w="3550600">
                  <a:moveTo>
                    <a:pt x="35020" y="0"/>
                  </a:moveTo>
                  <a:lnTo>
                    <a:pt x="3515579" y="0"/>
                  </a:lnTo>
                  <a:cubicBezTo>
                    <a:pt x="3524867" y="0"/>
                    <a:pt x="3533775" y="3690"/>
                    <a:pt x="3540342" y="10257"/>
                  </a:cubicBezTo>
                  <a:cubicBezTo>
                    <a:pt x="3546910" y="16825"/>
                    <a:pt x="3550600" y="25732"/>
                    <a:pt x="3550600" y="35020"/>
                  </a:cubicBezTo>
                  <a:lnTo>
                    <a:pt x="3550600" y="980648"/>
                  </a:lnTo>
                  <a:cubicBezTo>
                    <a:pt x="3550600" y="999989"/>
                    <a:pt x="3534920" y="1015668"/>
                    <a:pt x="3515579" y="1015668"/>
                  </a:cubicBezTo>
                  <a:lnTo>
                    <a:pt x="35020" y="1015668"/>
                  </a:lnTo>
                  <a:cubicBezTo>
                    <a:pt x="25732" y="1015668"/>
                    <a:pt x="16825" y="1011979"/>
                    <a:pt x="10257" y="1005411"/>
                  </a:cubicBezTo>
                  <a:cubicBezTo>
                    <a:pt x="3690" y="998844"/>
                    <a:pt x="0" y="989936"/>
                    <a:pt x="0" y="980648"/>
                  </a:cubicBezTo>
                  <a:lnTo>
                    <a:pt x="0" y="35020"/>
                  </a:lnTo>
                  <a:cubicBezTo>
                    <a:pt x="0" y="25732"/>
                    <a:pt x="3690" y="16825"/>
                    <a:pt x="10257" y="10257"/>
                  </a:cubicBezTo>
                  <a:cubicBezTo>
                    <a:pt x="16825" y="3690"/>
                    <a:pt x="25732" y="0"/>
                    <a:pt x="350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550600" cy="1072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61286" y="1581307"/>
            <a:ext cx="8363239" cy="182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Resea</a:t>
            </a: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rch Gap &amp; </a:t>
            </a:r>
            <a:r>
              <a:rPr lang="en-US" sz="6325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27953" y="3730688"/>
            <a:ext cx="8593802" cy="145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9"/>
              </a:lnSpc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Although AR and VR technologies have been used in museum education, most existing solutions focus only on presenting information rather than supporting interactive learning and critical thinking.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27953" y="7012873"/>
            <a:ext cx="8593802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9"/>
              </a:lnSpc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Develop an AI-powered immersive museum platform combining AR and VR technologies to enhance visitor engagement and educational accessibility.</a:t>
            </a:r>
          </a:p>
        </p:txBody>
      </p:sp>
      <p:sp>
        <p:nvSpPr>
          <p:cNvPr name="AutoShape 23" id="23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5959177" y="895350"/>
            <a:ext cx="7416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05/16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23627" y="5143500"/>
            <a:ext cx="8390744" cy="3944929"/>
            <a:chOff x="0" y="0"/>
            <a:chExt cx="3198612" cy="15038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98613" cy="1503836"/>
            </a:xfrm>
            <a:custGeom>
              <a:avLst/>
              <a:gdLst/>
              <a:ahLst/>
              <a:cxnLst/>
              <a:rect r="r" b="b" t="t" l="l"/>
              <a:pathLst>
                <a:path h="1503836" w="3198613">
                  <a:moveTo>
                    <a:pt x="42443" y="0"/>
                  </a:moveTo>
                  <a:lnTo>
                    <a:pt x="3156170" y="0"/>
                  </a:lnTo>
                  <a:cubicBezTo>
                    <a:pt x="3179610" y="0"/>
                    <a:pt x="3198613" y="19002"/>
                    <a:pt x="3198613" y="42443"/>
                  </a:cubicBezTo>
                  <a:lnTo>
                    <a:pt x="3198613" y="1461393"/>
                  </a:lnTo>
                  <a:cubicBezTo>
                    <a:pt x="3198613" y="1484833"/>
                    <a:pt x="3179610" y="1503836"/>
                    <a:pt x="3156170" y="1503836"/>
                  </a:cubicBezTo>
                  <a:lnTo>
                    <a:pt x="42443" y="1503836"/>
                  </a:lnTo>
                  <a:cubicBezTo>
                    <a:pt x="19002" y="1503836"/>
                    <a:pt x="0" y="1484833"/>
                    <a:pt x="0" y="1461393"/>
                  </a:cubicBezTo>
                  <a:lnTo>
                    <a:pt x="0" y="42443"/>
                  </a:lnTo>
                  <a:cubicBezTo>
                    <a:pt x="0" y="19002"/>
                    <a:pt x="19002" y="0"/>
                    <a:pt x="424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198612" cy="1560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96261" y="7775032"/>
            <a:ext cx="6116569" cy="1483268"/>
          </a:xfrm>
          <a:custGeom>
            <a:avLst/>
            <a:gdLst/>
            <a:ahLst/>
            <a:cxnLst/>
            <a:rect r="r" b="b" t="t" l="l"/>
            <a:pathLst>
              <a:path h="1483268" w="6116569">
                <a:moveTo>
                  <a:pt x="0" y="0"/>
                </a:moveTo>
                <a:lnTo>
                  <a:pt x="6116569" y="0"/>
                </a:lnTo>
                <a:lnTo>
                  <a:pt x="6116569" y="1483268"/>
                </a:lnTo>
                <a:lnTo>
                  <a:pt x="0" y="148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01718" y="5088907"/>
            <a:ext cx="6116569" cy="1483268"/>
          </a:xfrm>
          <a:custGeom>
            <a:avLst/>
            <a:gdLst/>
            <a:ahLst/>
            <a:cxnLst/>
            <a:rect r="r" b="b" t="t" l="l"/>
            <a:pathLst>
              <a:path h="1483268" w="6116569">
                <a:moveTo>
                  <a:pt x="0" y="0"/>
                </a:moveTo>
                <a:lnTo>
                  <a:pt x="6116570" y="0"/>
                </a:lnTo>
                <a:lnTo>
                  <a:pt x="6116570" y="1483268"/>
                </a:lnTo>
                <a:lnTo>
                  <a:pt x="0" y="148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009964" y="2503896"/>
            <a:ext cx="4178709" cy="417870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0069" y="0"/>
                  </a:moveTo>
                  <a:lnTo>
                    <a:pt x="662731" y="0"/>
                  </a:lnTo>
                  <a:cubicBezTo>
                    <a:pt x="745612" y="0"/>
                    <a:pt x="812800" y="67188"/>
                    <a:pt x="812800" y="150069"/>
                  </a:cubicBezTo>
                  <a:lnTo>
                    <a:pt x="812800" y="662731"/>
                  </a:lnTo>
                  <a:cubicBezTo>
                    <a:pt x="812800" y="745612"/>
                    <a:pt x="745612" y="812800"/>
                    <a:pt x="662731" y="812800"/>
                  </a:cubicBezTo>
                  <a:lnTo>
                    <a:pt x="150069" y="812800"/>
                  </a:lnTo>
                  <a:cubicBezTo>
                    <a:pt x="67188" y="812800"/>
                    <a:pt x="0" y="745612"/>
                    <a:pt x="0" y="662731"/>
                  </a:cubicBezTo>
                  <a:lnTo>
                    <a:pt x="0" y="150069"/>
                  </a:lnTo>
                  <a:cubicBezTo>
                    <a:pt x="0" y="67188"/>
                    <a:pt x="67188" y="0"/>
                    <a:pt x="150069" y="0"/>
                  </a:cubicBezTo>
                  <a:close/>
                </a:path>
              </a:pathLst>
            </a:custGeom>
            <a:blipFill>
              <a:blip r:embed="rId3"/>
              <a:stretch>
                <a:fillRect l="-35106" t="0" r="-35106" b="0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612745" y="5513117"/>
            <a:ext cx="3156029" cy="315602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8698" y="0"/>
                  </a:moveTo>
                  <a:lnTo>
                    <a:pt x="614102" y="0"/>
                  </a:lnTo>
                  <a:cubicBezTo>
                    <a:pt x="666800" y="0"/>
                    <a:pt x="717340" y="20934"/>
                    <a:pt x="754603" y="58197"/>
                  </a:cubicBezTo>
                  <a:cubicBezTo>
                    <a:pt x="791866" y="95460"/>
                    <a:pt x="812800" y="146000"/>
                    <a:pt x="812800" y="198698"/>
                  </a:cubicBezTo>
                  <a:lnTo>
                    <a:pt x="812800" y="614102"/>
                  </a:lnTo>
                  <a:cubicBezTo>
                    <a:pt x="812800" y="666800"/>
                    <a:pt x="791866" y="717340"/>
                    <a:pt x="754603" y="754603"/>
                  </a:cubicBezTo>
                  <a:cubicBezTo>
                    <a:pt x="717340" y="791866"/>
                    <a:pt x="666800" y="812800"/>
                    <a:pt x="614102" y="812800"/>
                  </a:cubicBezTo>
                  <a:lnTo>
                    <a:pt x="198698" y="812800"/>
                  </a:lnTo>
                  <a:cubicBezTo>
                    <a:pt x="146000" y="812800"/>
                    <a:pt x="95460" y="791866"/>
                    <a:pt x="58197" y="754603"/>
                  </a:cubicBezTo>
                  <a:cubicBezTo>
                    <a:pt x="20934" y="717340"/>
                    <a:pt x="0" y="666800"/>
                    <a:pt x="0" y="614102"/>
                  </a:cubicBezTo>
                  <a:lnTo>
                    <a:pt x="0" y="198698"/>
                  </a:lnTo>
                  <a:cubicBezTo>
                    <a:pt x="0" y="146000"/>
                    <a:pt x="20934" y="95460"/>
                    <a:pt x="58197" y="58197"/>
                  </a:cubicBezTo>
                  <a:cubicBezTo>
                    <a:pt x="95460" y="20934"/>
                    <a:pt x="146000" y="0"/>
                    <a:pt x="198698" y="0"/>
                  </a:cubicBezTo>
                  <a:close/>
                </a:path>
              </a:pathLst>
            </a:custGeom>
            <a:blipFill>
              <a:blip r:embed="rId4"/>
              <a:stretch>
                <a:fillRect l="-21861" t="0" r="-54349" b="0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357326" y="5018373"/>
            <a:ext cx="3362542" cy="598071"/>
          </a:xfrm>
          <a:custGeom>
            <a:avLst/>
            <a:gdLst/>
            <a:ahLst/>
            <a:cxnLst/>
            <a:rect r="r" b="b" t="t" l="l"/>
            <a:pathLst>
              <a:path h="598071" w="3362542">
                <a:moveTo>
                  <a:pt x="0" y="0"/>
                </a:moveTo>
                <a:lnTo>
                  <a:pt x="3362542" y="0"/>
                </a:lnTo>
                <a:lnTo>
                  <a:pt x="3362542" y="598071"/>
                </a:lnTo>
                <a:lnTo>
                  <a:pt x="0" y="598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1857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20370" y="5115866"/>
            <a:ext cx="2758528" cy="36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215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</a:t>
            </a:r>
            <a:r>
              <a:rPr lang="en-US" b="true" sz="21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tures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1390930" y="4827082"/>
            <a:ext cx="374285" cy="370879"/>
          </a:xfrm>
          <a:custGeom>
            <a:avLst/>
            <a:gdLst/>
            <a:ahLst/>
            <a:cxnLst/>
            <a:rect r="r" b="b" t="t" l="l"/>
            <a:pathLst>
              <a:path h="370879" w="374285">
                <a:moveTo>
                  <a:pt x="0" y="370879"/>
                </a:moveTo>
                <a:lnTo>
                  <a:pt x="374285" y="370879"/>
                </a:lnTo>
                <a:lnTo>
                  <a:pt x="374285" y="0"/>
                </a:lnTo>
                <a:lnTo>
                  <a:pt x="0" y="0"/>
                </a:lnTo>
                <a:lnTo>
                  <a:pt x="0" y="37087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236" t="-102588" r="-284276" b="-15850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57326" y="7533534"/>
            <a:ext cx="5042980" cy="673817"/>
          </a:xfrm>
          <a:custGeom>
            <a:avLst/>
            <a:gdLst/>
            <a:ahLst/>
            <a:cxnLst/>
            <a:rect r="r" b="b" t="t" l="l"/>
            <a:pathLst>
              <a:path h="673817" w="5042980">
                <a:moveTo>
                  <a:pt x="0" y="0"/>
                </a:moveTo>
                <a:lnTo>
                  <a:pt x="5042980" y="0"/>
                </a:lnTo>
                <a:lnTo>
                  <a:pt x="5042980" y="673817"/>
                </a:lnTo>
                <a:lnTo>
                  <a:pt x="0" y="6738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595" t="0" r="-1226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57326" y="7399415"/>
            <a:ext cx="363652" cy="363652"/>
          </a:xfrm>
          <a:custGeom>
            <a:avLst/>
            <a:gdLst/>
            <a:ahLst/>
            <a:cxnLst/>
            <a:rect r="r" b="b" t="t" l="l"/>
            <a:pathLst>
              <a:path h="363652" w="363652">
                <a:moveTo>
                  <a:pt x="0" y="0"/>
                </a:moveTo>
                <a:lnTo>
                  <a:pt x="363652" y="0"/>
                </a:lnTo>
                <a:lnTo>
                  <a:pt x="363652" y="363652"/>
                </a:lnTo>
                <a:lnTo>
                  <a:pt x="0" y="3636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90930" y="5806944"/>
            <a:ext cx="8799348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FR1 – AI-p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owered AR museum guide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FR2 – VR fossil excavation simulation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FR3 – Geological history AR exploration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FR4 – Multiplayer VR museum experience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8665364" y="5479047"/>
            <a:ext cx="1524913" cy="1532576"/>
          </a:xfrm>
          <a:custGeom>
            <a:avLst/>
            <a:gdLst/>
            <a:ahLst/>
            <a:cxnLst/>
            <a:rect r="r" b="b" t="t" l="l"/>
            <a:pathLst>
              <a:path h="1532576" w="1524913">
                <a:moveTo>
                  <a:pt x="1524913" y="0"/>
                </a:moveTo>
                <a:lnTo>
                  <a:pt x="0" y="0"/>
                </a:lnTo>
                <a:lnTo>
                  <a:pt x="0" y="1532576"/>
                </a:lnTo>
                <a:lnTo>
                  <a:pt x="1524913" y="1532576"/>
                </a:lnTo>
                <a:lnTo>
                  <a:pt x="1524913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357326" y="1491949"/>
            <a:ext cx="11638935" cy="9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Pr</a:t>
            </a: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oposed Solution Overview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7326" y="2621832"/>
            <a:ext cx="3929935" cy="4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725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Over</a:t>
            </a:r>
            <a:r>
              <a:rPr lang="en-US" sz="2725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view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7326" y="3218815"/>
            <a:ext cx="10180505" cy="145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9"/>
              </a:lnSpc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An integrated AI-driven immersive platform combining AR mobile guides, VR excavation simulations, geological AR learning, and a multiplayer VR museum to transform traditional museum visits into interactive experiences.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97397" y="7669802"/>
            <a:ext cx="3452515" cy="36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215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Non-Fun</a:t>
            </a:r>
            <a:r>
              <a:rPr lang="en-US" b="true" sz="21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ctional Focus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0930" y="8397851"/>
            <a:ext cx="8799348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sability</a:t>
            </a:r>
          </a:p>
          <a:p>
            <a:pPr algn="just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Real-time rendering performance</a:t>
            </a:r>
          </a:p>
          <a:p>
            <a:pPr algn="just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Accessibility</a:t>
            </a:r>
          </a:p>
          <a:p>
            <a:pPr algn="just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</a:p>
          <a:p>
            <a:pPr algn="just">
              <a:lnSpc>
                <a:spcPts val="285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5959177" y="895350"/>
            <a:ext cx="74602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06/16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996261" y="9258300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0" y="0"/>
                </a:lnTo>
                <a:lnTo>
                  <a:pt x="4371090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628765" y="7921384"/>
            <a:ext cx="5774934" cy="1120932"/>
          </a:xfrm>
          <a:custGeom>
            <a:avLst/>
            <a:gdLst/>
            <a:ahLst/>
            <a:cxnLst/>
            <a:rect r="r" b="b" t="t" l="l"/>
            <a:pathLst>
              <a:path h="1120932" w="5774934">
                <a:moveTo>
                  <a:pt x="0" y="0"/>
                </a:moveTo>
                <a:lnTo>
                  <a:pt x="5774934" y="0"/>
                </a:lnTo>
                <a:lnTo>
                  <a:pt x="5774934" y="1120932"/>
                </a:lnTo>
                <a:lnTo>
                  <a:pt x="0" y="1120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897" t="0" r="-6457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283852" y="100256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235" y="80169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328235" y="77252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3737" y="425406"/>
            <a:ext cx="12360527" cy="82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9"/>
              </a:lnSpc>
            </a:pPr>
            <a:r>
              <a:rPr lang="en-US" sz="5418" b="true">
                <a:gradFill>
                  <a:gsLst>
                    <a:gs pos="0">
                      <a:srgbClr val="CB1E27">
                        <a:alpha val="100000"/>
                      </a:srgbClr>
                    </a:gs>
                    <a:gs pos="100000">
                      <a:srgbClr val="F7A03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System Architecture &amp; Integration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81720" y="1376438"/>
            <a:ext cx="12524559" cy="8748068"/>
          </a:xfrm>
          <a:custGeom>
            <a:avLst/>
            <a:gdLst/>
            <a:ahLst/>
            <a:cxnLst/>
            <a:rect r="r" b="b" t="t" l="l"/>
            <a:pathLst>
              <a:path h="8748068" w="12524559">
                <a:moveTo>
                  <a:pt x="0" y="0"/>
                </a:moveTo>
                <a:lnTo>
                  <a:pt x="12524560" y="0"/>
                </a:lnTo>
                <a:lnTo>
                  <a:pt x="12524560" y="8748068"/>
                </a:lnTo>
                <a:lnTo>
                  <a:pt x="0" y="8748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366" r="0" b="-1155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959177" y="895350"/>
            <a:ext cx="73134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07/16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54072" y="-2226471"/>
            <a:ext cx="4783469" cy="4783469"/>
          </a:xfrm>
          <a:custGeom>
            <a:avLst/>
            <a:gdLst/>
            <a:ahLst/>
            <a:cxnLst/>
            <a:rect r="r" b="b" t="t" l="l"/>
            <a:pathLst>
              <a:path h="4783469" w="4783469">
                <a:moveTo>
                  <a:pt x="0" y="0"/>
                </a:moveTo>
                <a:lnTo>
                  <a:pt x="4783468" y="0"/>
                </a:lnTo>
                <a:lnTo>
                  <a:pt x="4783468" y="4783468"/>
                </a:lnTo>
                <a:lnTo>
                  <a:pt x="0" y="4783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9757828" y="-2326221"/>
            <a:ext cx="4628388" cy="4586261"/>
          </a:xfrm>
          <a:custGeom>
            <a:avLst/>
            <a:gdLst/>
            <a:ahLst/>
            <a:cxnLst/>
            <a:rect r="r" b="b" t="t" l="l"/>
            <a:pathLst>
              <a:path h="4586261" w="4628388">
                <a:moveTo>
                  <a:pt x="0" y="4586261"/>
                </a:moveTo>
                <a:lnTo>
                  <a:pt x="4628388" y="4586261"/>
                </a:lnTo>
                <a:lnTo>
                  <a:pt x="4628388" y="0"/>
                </a:lnTo>
                <a:lnTo>
                  <a:pt x="0" y="0"/>
                </a:lnTo>
                <a:lnTo>
                  <a:pt x="0" y="458626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236" t="-102588" r="-284276" b="-1585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7326" y="3171098"/>
            <a:ext cx="939080" cy="939080"/>
          </a:xfrm>
          <a:custGeom>
            <a:avLst/>
            <a:gdLst/>
            <a:ahLst/>
            <a:cxnLst/>
            <a:rect r="r" b="b" t="t" l="l"/>
            <a:pathLst>
              <a:path h="939080" w="939080">
                <a:moveTo>
                  <a:pt x="0" y="0"/>
                </a:moveTo>
                <a:lnTo>
                  <a:pt x="939080" y="0"/>
                </a:lnTo>
                <a:lnTo>
                  <a:pt x="939080" y="939080"/>
                </a:lnTo>
                <a:lnTo>
                  <a:pt x="0" y="939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7283" t="-90415" r="-8768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7326" y="3426647"/>
            <a:ext cx="2205999" cy="2205999"/>
          </a:xfrm>
          <a:custGeom>
            <a:avLst/>
            <a:gdLst/>
            <a:ahLst/>
            <a:cxnLst/>
            <a:rect r="r" b="b" t="t" l="l"/>
            <a:pathLst>
              <a:path h="2205999" w="2205999">
                <a:moveTo>
                  <a:pt x="0" y="0"/>
                </a:moveTo>
                <a:lnTo>
                  <a:pt x="2205999" y="0"/>
                </a:lnTo>
                <a:lnTo>
                  <a:pt x="2205999" y="2205998"/>
                </a:lnTo>
                <a:lnTo>
                  <a:pt x="0" y="220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2730" y="3419206"/>
            <a:ext cx="2103022" cy="2083880"/>
          </a:xfrm>
          <a:custGeom>
            <a:avLst/>
            <a:gdLst/>
            <a:ahLst/>
            <a:cxnLst/>
            <a:rect r="r" b="b" t="t" l="l"/>
            <a:pathLst>
              <a:path h="2083880" w="2103022">
                <a:moveTo>
                  <a:pt x="0" y="0"/>
                </a:moveTo>
                <a:lnTo>
                  <a:pt x="2103021" y="0"/>
                </a:lnTo>
                <a:lnTo>
                  <a:pt x="2103021" y="2083881"/>
                </a:lnTo>
                <a:lnTo>
                  <a:pt x="0" y="20838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236" t="-102588" r="-284276" b="-15850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62" y="3529768"/>
            <a:ext cx="1862757" cy="186275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19241" t="-19752" r="-24489" b="-95843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72730" y="6790903"/>
            <a:ext cx="2205999" cy="2205999"/>
          </a:xfrm>
          <a:custGeom>
            <a:avLst/>
            <a:gdLst/>
            <a:ahLst/>
            <a:cxnLst/>
            <a:rect r="r" b="b" t="t" l="l"/>
            <a:pathLst>
              <a:path h="2205999" w="2205999">
                <a:moveTo>
                  <a:pt x="0" y="0"/>
                </a:moveTo>
                <a:lnTo>
                  <a:pt x="2205998" y="0"/>
                </a:lnTo>
                <a:lnTo>
                  <a:pt x="2205998" y="2205999"/>
                </a:lnTo>
                <a:lnTo>
                  <a:pt x="0" y="2205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2730" y="6773892"/>
            <a:ext cx="2118425" cy="2118425"/>
          </a:xfrm>
          <a:custGeom>
            <a:avLst/>
            <a:gdLst/>
            <a:ahLst/>
            <a:cxnLst/>
            <a:rect r="r" b="b" t="t" l="l"/>
            <a:pathLst>
              <a:path h="2118425" w="2118425">
                <a:moveTo>
                  <a:pt x="0" y="0"/>
                </a:moveTo>
                <a:lnTo>
                  <a:pt x="2118425" y="0"/>
                </a:lnTo>
                <a:lnTo>
                  <a:pt x="2118425" y="2118425"/>
                </a:lnTo>
                <a:lnTo>
                  <a:pt x="0" y="21184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9152" t="-448004" r="-447576" b="-44747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00564" y="6901726"/>
            <a:ext cx="1862757" cy="186275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-16924" t="-28036" r="-6756" b="-36872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44661" y="3427072"/>
            <a:ext cx="2205999" cy="2205999"/>
          </a:xfrm>
          <a:custGeom>
            <a:avLst/>
            <a:gdLst/>
            <a:ahLst/>
            <a:cxnLst/>
            <a:rect r="r" b="b" t="t" l="l"/>
            <a:pathLst>
              <a:path h="2205999" w="2205999">
                <a:moveTo>
                  <a:pt x="0" y="0"/>
                </a:moveTo>
                <a:lnTo>
                  <a:pt x="2205998" y="0"/>
                </a:lnTo>
                <a:lnTo>
                  <a:pt x="2205998" y="2205999"/>
                </a:lnTo>
                <a:lnTo>
                  <a:pt x="0" y="2205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44661" y="3378211"/>
            <a:ext cx="2118425" cy="2118425"/>
          </a:xfrm>
          <a:custGeom>
            <a:avLst/>
            <a:gdLst/>
            <a:ahLst/>
            <a:cxnLst/>
            <a:rect r="r" b="b" t="t" l="l"/>
            <a:pathLst>
              <a:path h="2118425" w="2118425">
                <a:moveTo>
                  <a:pt x="0" y="0"/>
                </a:moveTo>
                <a:lnTo>
                  <a:pt x="2118425" y="0"/>
                </a:lnTo>
                <a:lnTo>
                  <a:pt x="2118425" y="2118425"/>
                </a:lnTo>
                <a:lnTo>
                  <a:pt x="0" y="21184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290111" t="-698250" r="-880057" b="-424286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772495" y="3506045"/>
            <a:ext cx="1862757" cy="186275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 l="-6369" t="-28295" r="0" b="-31358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9556106" y="6791329"/>
            <a:ext cx="2205999" cy="2205999"/>
          </a:xfrm>
          <a:custGeom>
            <a:avLst/>
            <a:gdLst/>
            <a:ahLst/>
            <a:cxnLst/>
            <a:rect r="r" b="b" t="t" l="l"/>
            <a:pathLst>
              <a:path h="2205999" w="2205999">
                <a:moveTo>
                  <a:pt x="0" y="0"/>
                </a:moveTo>
                <a:lnTo>
                  <a:pt x="2205999" y="0"/>
                </a:lnTo>
                <a:lnTo>
                  <a:pt x="2205999" y="2205998"/>
                </a:lnTo>
                <a:lnTo>
                  <a:pt x="0" y="220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540988" y="6742467"/>
            <a:ext cx="2133544" cy="2118425"/>
          </a:xfrm>
          <a:custGeom>
            <a:avLst/>
            <a:gdLst/>
            <a:ahLst/>
            <a:cxnLst/>
            <a:rect r="r" b="b" t="t" l="l"/>
            <a:pathLst>
              <a:path h="2118425" w="2133544">
                <a:moveTo>
                  <a:pt x="0" y="0"/>
                </a:moveTo>
                <a:lnTo>
                  <a:pt x="2133544" y="0"/>
                </a:lnTo>
                <a:lnTo>
                  <a:pt x="2133544" y="2118425"/>
                </a:lnTo>
                <a:lnTo>
                  <a:pt x="0" y="2118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60497" t="0" r="-494281" b="-559451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76381" y="6870301"/>
            <a:ext cx="1862757" cy="186275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8"/>
              <a:stretch>
                <a:fillRect l="-9434" t="-23286" r="-12145" b="-48993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3700677" y="4610562"/>
            <a:ext cx="6502525" cy="1576862"/>
          </a:xfrm>
          <a:custGeom>
            <a:avLst/>
            <a:gdLst/>
            <a:ahLst/>
            <a:cxnLst/>
            <a:rect r="r" b="b" t="t" l="l"/>
            <a:pathLst>
              <a:path h="1576862" w="6502525">
                <a:moveTo>
                  <a:pt x="0" y="0"/>
                </a:moveTo>
                <a:lnTo>
                  <a:pt x="6502525" y="0"/>
                </a:lnTo>
                <a:lnTo>
                  <a:pt x="6502525" y="1576862"/>
                </a:lnTo>
                <a:lnTo>
                  <a:pt x="0" y="157686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700677" y="7921761"/>
            <a:ext cx="6502525" cy="1576862"/>
          </a:xfrm>
          <a:custGeom>
            <a:avLst/>
            <a:gdLst/>
            <a:ahLst/>
            <a:cxnLst/>
            <a:rect r="r" b="b" t="t" l="l"/>
            <a:pathLst>
              <a:path h="1576862" w="6502525">
                <a:moveTo>
                  <a:pt x="0" y="0"/>
                </a:moveTo>
                <a:lnTo>
                  <a:pt x="6502525" y="0"/>
                </a:lnTo>
                <a:lnTo>
                  <a:pt x="6502525" y="1576863"/>
                </a:lnTo>
                <a:lnTo>
                  <a:pt x="0" y="157686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007879" y="7921761"/>
            <a:ext cx="6502525" cy="1576862"/>
          </a:xfrm>
          <a:custGeom>
            <a:avLst/>
            <a:gdLst/>
            <a:ahLst/>
            <a:cxnLst/>
            <a:rect r="r" b="b" t="t" l="l"/>
            <a:pathLst>
              <a:path h="1576862" w="6502525">
                <a:moveTo>
                  <a:pt x="0" y="0"/>
                </a:moveTo>
                <a:lnTo>
                  <a:pt x="6502524" y="0"/>
                </a:lnTo>
                <a:lnTo>
                  <a:pt x="6502524" y="1576863"/>
                </a:lnTo>
                <a:lnTo>
                  <a:pt x="0" y="157686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039283" y="4666554"/>
            <a:ext cx="6502525" cy="1576862"/>
          </a:xfrm>
          <a:custGeom>
            <a:avLst/>
            <a:gdLst/>
            <a:ahLst/>
            <a:cxnLst/>
            <a:rect r="r" b="b" t="t" l="l"/>
            <a:pathLst>
              <a:path h="1576862" w="6502525">
                <a:moveTo>
                  <a:pt x="0" y="0"/>
                </a:moveTo>
                <a:lnTo>
                  <a:pt x="6502524" y="0"/>
                </a:lnTo>
                <a:lnTo>
                  <a:pt x="6502524" y="1576862"/>
                </a:lnTo>
                <a:lnTo>
                  <a:pt x="0" y="157686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63000"/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578728" y="3590527"/>
            <a:ext cx="5233611" cy="1843134"/>
            <a:chOff x="0" y="0"/>
            <a:chExt cx="1827326" cy="6435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27326" cy="643534"/>
            </a:xfrm>
            <a:custGeom>
              <a:avLst/>
              <a:gdLst/>
              <a:ahLst/>
              <a:cxnLst/>
              <a:rect r="r" b="b" t="t" l="l"/>
              <a:pathLst>
                <a:path h="643534" w="1827326">
                  <a:moveTo>
                    <a:pt x="68046" y="0"/>
                  </a:moveTo>
                  <a:lnTo>
                    <a:pt x="1759280" y="0"/>
                  </a:lnTo>
                  <a:cubicBezTo>
                    <a:pt x="1777327" y="0"/>
                    <a:pt x="1794635" y="7169"/>
                    <a:pt x="1807396" y="19930"/>
                  </a:cubicBezTo>
                  <a:cubicBezTo>
                    <a:pt x="1820157" y="32692"/>
                    <a:pt x="1827326" y="49999"/>
                    <a:pt x="1827326" y="68046"/>
                  </a:cubicBezTo>
                  <a:lnTo>
                    <a:pt x="1827326" y="575488"/>
                  </a:lnTo>
                  <a:cubicBezTo>
                    <a:pt x="1827326" y="593535"/>
                    <a:pt x="1820157" y="610843"/>
                    <a:pt x="1807396" y="623604"/>
                  </a:cubicBezTo>
                  <a:cubicBezTo>
                    <a:pt x="1794635" y="636365"/>
                    <a:pt x="1777327" y="643534"/>
                    <a:pt x="1759280" y="643534"/>
                  </a:cubicBezTo>
                  <a:lnTo>
                    <a:pt x="68046" y="643534"/>
                  </a:lnTo>
                  <a:cubicBezTo>
                    <a:pt x="49999" y="643534"/>
                    <a:pt x="32692" y="636365"/>
                    <a:pt x="19930" y="623604"/>
                  </a:cubicBezTo>
                  <a:cubicBezTo>
                    <a:pt x="7169" y="610843"/>
                    <a:pt x="0" y="593535"/>
                    <a:pt x="0" y="575488"/>
                  </a:cubicBezTo>
                  <a:lnTo>
                    <a:pt x="0" y="68046"/>
                  </a:lnTo>
                  <a:cubicBezTo>
                    <a:pt x="0" y="49999"/>
                    <a:pt x="7169" y="32692"/>
                    <a:pt x="19930" y="19930"/>
                  </a:cubicBezTo>
                  <a:cubicBezTo>
                    <a:pt x="32692" y="7169"/>
                    <a:pt x="49999" y="0"/>
                    <a:pt x="680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827326" cy="70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578728" y="6901726"/>
            <a:ext cx="5233611" cy="1843134"/>
            <a:chOff x="0" y="0"/>
            <a:chExt cx="1827326" cy="6435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7326" cy="643534"/>
            </a:xfrm>
            <a:custGeom>
              <a:avLst/>
              <a:gdLst/>
              <a:ahLst/>
              <a:cxnLst/>
              <a:rect r="r" b="b" t="t" l="l"/>
              <a:pathLst>
                <a:path h="643534" w="1827326">
                  <a:moveTo>
                    <a:pt x="68046" y="0"/>
                  </a:moveTo>
                  <a:lnTo>
                    <a:pt x="1759280" y="0"/>
                  </a:lnTo>
                  <a:cubicBezTo>
                    <a:pt x="1777327" y="0"/>
                    <a:pt x="1794635" y="7169"/>
                    <a:pt x="1807396" y="19930"/>
                  </a:cubicBezTo>
                  <a:cubicBezTo>
                    <a:pt x="1820157" y="32692"/>
                    <a:pt x="1827326" y="49999"/>
                    <a:pt x="1827326" y="68046"/>
                  </a:cubicBezTo>
                  <a:lnTo>
                    <a:pt x="1827326" y="575488"/>
                  </a:lnTo>
                  <a:cubicBezTo>
                    <a:pt x="1827326" y="593535"/>
                    <a:pt x="1820157" y="610843"/>
                    <a:pt x="1807396" y="623604"/>
                  </a:cubicBezTo>
                  <a:cubicBezTo>
                    <a:pt x="1794635" y="636365"/>
                    <a:pt x="1777327" y="643534"/>
                    <a:pt x="1759280" y="643534"/>
                  </a:cubicBezTo>
                  <a:lnTo>
                    <a:pt x="68046" y="643534"/>
                  </a:lnTo>
                  <a:cubicBezTo>
                    <a:pt x="49999" y="643534"/>
                    <a:pt x="32692" y="636365"/>
                    <a:pt x="19930" y="623604"/>
                  </a:cubicBezTo>
                  <a:cubicBezTo>
                    <a:pt x="7169" y="610843"/>
                    <a:pt x="0" y="593535"/>
                    <a:pt x="0" y="575488"/>
                  </a:cubicBezTo>
                  <a:lnTo>
                    <a:pt x="0" y="68046"/>
                  </a:lnTo>
                  <a:cubicBezTo>
                    <a:pt x="0" y="49999"/>
                    <a:pt x="7169" y="32692"/>
                    <a:pt x="19930" y="19930"/>
                  </a:cubicBezTo>
                  <a:cubicBezTo>
                    <a:pt x="32692" y="7169"/>
                    <a:pt x="49999" y="0"/>
                    <a:pt x="680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827326" cy="70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85930" y="6901726"/>
            <a:ext cx="5233611" cy="1843134"/>
            <a:chOff x="0" y="0"/>
            <a:chExt cx="1827326" cy="6435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27326" cy="643534"/>
            </a:xfrm>
            <a:custGeom>
              <a:avLst/>
              <a:gdLst/>
              <a:ahLst/>
              <a:cxnLst/>
              <a:rect r="r" b="b" t="t" l="l"/>
              <a:pathLst>
                <a:path h="643534" w="1827326">
                  <a:moveTo>
                    <a:pt x="68046" y="0"/>
                  </a:moveTo>
                  <a:lnTo>
                    <a:pt x="1759280" y="0"/>
                  </a:lnTo>
                  <a:cubicBezTo>
                    <a:pt x="1777327" y="0"/>
                    <a:pt x="1794635" y="7169"/>
                    <a:pt x="1807396" y="19930"/>
                  </a:cubicBezTo>
                  <a:cubicBezTo>
                    <a:pt x="1820157" y="32692"/>
                    <a:pt x="1827326" y="49999"/>
                    <a:pt x="1827326" y="68046"/>
                  </a:cubicBezTo>
                  <a:lnTo>
                    <a:pt x="1827326" y="575488"/>
                  </a:lnTo>
                  <a:cubicBezTo>
                    <a:pt x="1827326" y="593535"/>
                    <a:pt x="1820157" y="610843"/>
                    <a:pt x="1807396" y="623604"/>
                  </a:cubicBezTo>
                  <a:cubicBezTo>
                    <a:pt x="1794635" y="636365"/>
                    <a:pt x="1777327" y="643534"/>
                    <a:pt x="1759280" y="643534"/>
                  </a:cubicBezTo>
                  <a:lnTo>
                    <a:pt x="68046" y="643534"/>
                  </a:lnTo>
                  <a:cubicBezTo>
                    <a:pt x="49999" y="643534"/>
                    <a:pt x="32692" y="636365"/>
                    <a:pt x="19930" y="623604"/>
                  </a:cubicBezTo>
                  <a:cubicBezTo>
                    <a:pt x="7169" y="610843"/>
                    <a:pt x="0" y="593535"/>
                    <a:pt x="0" y="575488"/>
                  </a:cubicBezTo>
                  <a:lnTo>
                    <a:pt x="0" y="68046"/>
                  </a:lnTo>
                  <a:cubicBezTo>
                    <a:pt x="0" y="49999"/>
                    <a:pt x="7169" y="32692"/>
                    <a:pt x="19930" y="19930"/>
                  </a:cubicBezTo>
                  <a:cubicBezTo>
                    <a:pt x="32692" y="7169"/>
                    <a:pt x="49999" y="0"/>
                    <a:pt x="680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827326" cy="70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17334" y="3646518"/>
            <a:ext cx="5233611" cy="1843134"/>
            <a:chOff x="0" y="0"/>
            <a:chExt cx="1827326" cy="6435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27326" cy="643534"/>
            </a:xfrm>
            <a:custGeom>
              <a:avLst/>
              <a:gdLst/>
              <a:ahLst/>
              <a:cxnLst/>
              <a:rect r="r" b="b" t="t" l="l"/>
              <a:pathLst>
                <a:path h="643534" w="1827326">
                  <a:moveTo>
                    <a:pt x="68046" y="0"/>
                  </a:moveTo>
                  <a:lnTo>
                    <a:pt x="1759280" y="0"/>
                  </a:lnTo>
                  <a:cubicBezTo>
                    <a:pt x="1777327" y="0"/>
                    <a:pt x="1794635" y="7169"/>
                    <a:pt x="1807396" y="19930"/>
                  </a:cubicBezTo>
                  <a:cubicBezTo>
                    <a:pt x="1820157" y="32692"/>
                    <a:pt x="1827326" y="49999"/>
                    <a:pt x="1827326" y="68046"/>
                  </a:cubicBezTo>
                  <a:lnTo>
                    <a:pt x="1827326" y="575488"/>
                  </a:lnTo>
                  <a:cubicBezTo>
                    <a:pt x="1827326" y="593535"/>
                    <a:pt x="1820157" y="610843"/>
                    <a:pt x="1807396" y="623604"/>
                  </a:cubicBezTo>
                  <a:cubicBezTo>
                    <a:pt x="1794635" y="636365"/>
                    <a:pt x="1777327" y="643534"/>
                    <a:pt x="1759280" y="643534"/>
                  </a:cubicBezTo>
                  <a:lnTo>
                    <a:pt x="68046" y="643534"/>
                  </a:lnTo>
                  <a:cubicBezTo>
                    <a:pt x="49999" y="643534"/>
                    <a:pt x="32692" y="636365"/>
                    <a:pt x="19930" y="623604"/>
                  </a:cubicBezTo>
                  <a:cubicBezTo>
                    <a:pt x="7169" y="610843"/>
                    <a:pt x="0" y="593535"/>
                    <a:pt x="0" y="575488"/>
                  </a:cubicBezTo>
                  <a:lnTo>
                    <a:pt x="0" y="68046"/>
                  </a:lnTo>
                  <a:cubicBezTo>
                    <a:pt x="0" y="49999"/>
                    <a:pt x="7169" y="32692"/>
                    <a:pt x="19930" y="19930"/>
                  </a:cubicBezTo>
                  <a:cubicBezTo>
                    <a:pt x="32692" y="7169"/>
                    <a:pt x="49999" y="0"/>
                    <a:pt x="680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827326" cy="70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466201" y="3289301"/>
            <a:ext cx="721330" cy="711222"/>
          </a:xfrm>
          <a:custGeom>
            <a:avLst/>
            <a:gdLst/>
            <a:ahLst/>
            <a:cxnLst/>
            <a:rect r="r" b="b" t="t" l="l"/>
            <a:pathLst>
              <a:path h="711222" w="721330">
                <a:moveTo>
                  <a:pt x="0" y="0"/>
                </a:moveTo>
                <a:lnTo>
                  <a:pt x="721330" y="0"/>
                </a:lnTo>
                <a:lnTo>
                  <a:pt x="721330" y="711222"/>
                </a:lnTo>
                <a:lnTo>
                  <a:pt x="0" y="71122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17272" y="3434315"/>
            <a:ext cx="419189" cy="421194"/>
          </a:xfrm>
          <a:custGeom>
            <a:avLst/>
            <a:gdLst/>
            <a:ahLst/>
            <a:cxnLst/>
            <a:rect r="r" b="b" t="t" l="l"/>
            <a:pathLst>
              <a:path h="421194" w="419189">
                <a:moveTo>
                  <a:pt x="0" y="0"/>
                </a:moveTo>
                <a:lnTo>
                  <a:pt x="419189" y="0"/>
                </a:lnTo>
                <a:lnTo>
                  <a:pt x="419189" y="421194"/>
                </a:lnTo>
                <a:lnTo>
                  <a:pt x="0" y="42119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357326" y="1585394"/>
            <a:ext cx="9339461" cy="9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Sy</a:t>
            </a: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stem Components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3231" y="5640229"/>
            <a:ext cx="2784995" cy="65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264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Ashen</a:t>
            </a:r>
            <a:r>
              <a:rPr lang="en-US" b="true" sz="2264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2491"/>
              </a:lnSpc>
            </a:pPr>
            <a:r>
              <a:rPr lang="en-US" b="true" sz="2264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Tennakoon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71082" y="5625847"/>
            <a:ext cx="2553155" cy="34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264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Imalki</a:t>
            </a:r>
            <a:r>
              <a:rPr lang="en-US" b="true" sz="2264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 Pinto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016469" y="9086756"/>
            <a:ext cx="3331276" cy="34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264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She</a:t>
            </a:r>
            <a:r>
              <a:rPr lang="en-US" b="true" sz="2264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rwin Li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39604" y="9086756"/>
            <a:ext cx="3331276" cy="65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264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Ru</a:t>
            </a:r>
            <a:r>
              <a:rPr lang="en-US" b="true" sz="2264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wani </a:t>
            </a:r>
          </a:p>
          <a:p>
            <a:pPr algn="ctr">
              <a:lnSpc>
                <a:spcPts val="2491"/>
              </a:lnSpc>
            </a:pPr>
            <a:r>
              <a:rPr lang="en-US" b="true" sz="2264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Pradeepa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024542" y="4076200"/>
            <a:ext cx="4485510" cy="79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</a:t>
            </a: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rtual Fossil Ex</a:t>
            </a: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cavation Adventure (VR)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868226" y="7248351"/>
            <a:ext cx="4636307" cy="116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eractive AR Exploration of</a:t>
            </a: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Earth’s Geological History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67025" y="7427688"/>
            <a:ext cx="4334229" cy="79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VR Museum</a:t>
            </a: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with Jungle Simulation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47745" y="3965746"/>
            <a:ext cx="4334229" cy="116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eractive AR Mobile Guide</a:t>
            </a:r>
            <a:r>
              <a:rPr lang="en-US" sz="27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with AI Voice Narration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-5400000">
            <a:off x="-3001986" y="5163653"/>
            <a:ext cx="6464611" cy="1218569"/>
          </a:xfrm>
          <a:custGeom>
            <a:avLst/>
            <a:gdLst/>
            <a:ahLst/>
            <a:cxnLst/>
            <a:rect r="r" b="b" t="t" l="l"/>
            <a:pathLst>
              <a:path h="1218569" w="6464611">
                <a:moveTo>
                  <a:pt x="0" y="0"/>
                </a:moveTo>
                <a:lnTo>
                  <a:pt x="6464611" y="0"/>
                </a:lnTo>
                <a:lnTo>
                  <a:pt x="6464611" y="1218569"/>
                </a:lnTo>
                <a:lnTo>
                  <a:pt x="0" y="121856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-12373" t="-52683" r="-9374" b="-69339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-5400000">
            <a:off x="-3729511" y="6847223"/>
            <a:ext cx="7491268" cy="1646962"/>
          </a:xfrm>
          <a:custGeom>
            <a:avLst/>
            <a:gdLst/>
            <a:ahLst/>
            <a:cxnLst/>
            <a:rect r="r" b="b" t="t" l="l"/>
            <a:pathLst>
              <a:path h="1646962" w="7491268">
                <a:moveTo>
                  <a:pt x="0" y="0"/>
                </a:moveTo>
                <a:lnTo>
                  <a:pt x="7491268" y="0"/>
                </a:lnTo>
                <a:lnTo>
                  <a:pt x="7491268" y="1646962"/>
                </a:lnTo>
                <a:lnTo>
                  <a:pt x="0" y="164696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-30493" t="-82637" r="-11012" b="-106198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-5400000">
            <a:off x="328235" y="4582607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8"/>
                </a:lnTo>
                <a:lnTo>
                  <a:pt x="0" y="18393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-5400000">
            <a:off x="328235" y="4290941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0"/>
                </a:lnTo>
                <a:lnTo>
                  <a:pt x="0" y="18421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52" id="52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3" id="53"/>
          <p:cNvSpPr txBox="true"/>
          <p:nvPr/>
        </p:nvSpPr>
        <p:spPr>
          <a:xfrm rot="0">
            <a:off x="15959177" y="895350"/>
            <a:ext cx="74404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08/16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628765" y="7921384"/>
            <a:ext cx="5774934" cy="1120932"/>
          </a:xfrm>
          <a:custGeom>
            <a:avLst/>
            <a:gdLst/>
            <a:ahLst/>
            <a:cxnLst/>
            <a:rect r="r" b="b" t="t" l="l"/>
            <a:pathLst>
              <a:path h="1120932" w="5774934">
                <a:moveTo>
                  <a:pt x="0" y="0"/>
                </a:moveTo>
                <a:lnTo>
                  <a:pt x="5774934" y="0"/>
                </a:lnTo>
                <a:lnTo>
                  <a:pt x="5774934" y="1120932"/>
                </a:lnTo>
                <a:lnTo>
                  <a:pt x="0" y="1120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897" t="0" r="-6457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283852" y="100256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235" y="80169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328235" y="77252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2404510"/>
          <a:ext cx="16230600" cy="8087437"/>
        </p:xfrm>
        <a:graphic>
          <a:graphicData uri="http://schemas.openxmlformats.org/drawingml/2006/table">
            <a:tbl>
              <a:tblPr/>
              <a:tblGrid>
                <a:gridCol w="2899334"/>
                <a:gridCol w="6001071"/>
                <a:gridCol w="7330194"/>
              </a:tblGrid>
              <a:tr h="13685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IT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1E27">
                            <a:alpha val="100000"/>
                          </a:srgbClr>
                        </a:gs>
                        <a:gs pos="100000">
                          <a:srgbClr val="F7A034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Comments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from PP2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1E27">
                            <a:alpha val="100000"/>
                          </a:srgbClr>
                        </a:gs>
                        <a:gs pos="100000">
                          <a:srgbClr val="F7A034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Actions Taken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1E27">
                            <a:alpha val="100000"/>
                          </a:srgbClr>
                        </a:gs>
                        <a:gs pos="100000">
                          <a:srgbClr val="F7A034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976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IT22361004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1E27">
                            <a:alpha val="100000"/>
                          </a:srgbClr>
                        </a:gs>
                        <a:gs pos="100000">
                          <a:srgbClr val="F7A034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 Comments.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IT22149558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1E27">
                            <a:alpha val="100000"/>
                          </a:srgbClr>
                        </a:gs>
                        <a:gs pos="100000">
                          <a:srgbClr val="F7A034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Sinhala Voice is Good, AR optimization must be there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Compressed textures for mobile performance.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Optimized animations for smoother rendering.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Reduced unnecessary real-time lights.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Improved object culling for hidden objects.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Optimized AR scene loading speed.Made the quiz dynamic and UI enhancements 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51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IT22135520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1E27">
                            <a:alpha val="100000"/>
                          </a:srgbClr>
                        </a:gs>
                        <a:gs pos="100000">
                          <a:srgbClr val="F7A034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Sinhala Voice must be more claer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Used Google Gemini API fro TTS and STT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IT22033482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1E27">
                            <a:alpha val="100000"/>
                          </a:srgbClr>
                        </a:gs>
                        <a:gs pos="100000">
                          <a:srgbClr val="F7A034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 Optimization needed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Reduced the polygon count of the assets, enabling the AR scenes to be more responsive. Updated ARloopa WebAR for better performance. Randomized the Quiz questions on each try.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12562" y="1367403"/>
            <a:ext cx="16728893" cy="94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Comments from PP2 and Actions Taken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59177" y="895350"/>
            <a:ext cx="7416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05/16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82190" y="4026996"/>
            <a:ext cx="7348127" cy="11205566"/>
            <a:chOff x="0" y="0"/>
            <a:chExt cx="2565614" cy="3912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5614" cy="3912446"/>
            </a:xfrm>
            <a:custGeom>
              <a:avLst/>
              <a:gdLst/>
              <a:ahLst/>
              <a:cxnLst/>
              <a:rect r="r" b="b" t="t" l="l"/>
              <a:pathLst>
                <a:path h="3912446" w="2565614">
                  <a:moveTo>
                    <a:pt x="48465" y="0"/>
                  </a:moveTo>
                  <a:lnTo>
                    <a:pt x="2517149" y="0"/>
                  </a:lnTo>
                  <a:cubicBezTo>
                    <a:pt x="2543915" y="0"/>
                    <a:pt x="2565614" y="21699"/>
                    <a:pt x="2565614" y="48465"/>
                  </a:cubicBezTo>
                  <a:lnTo>
                    <a:pt x="2565614" y="3863981"/>
                  </a:lnTo>
                  <a:cubicBezTo>
                    <a:pt x="2565614" y="3876835"/>
                    <a:pt x="2560508" y="3889162"/>
                    <a:pt x="2551419" y="3898251"/>
                  </a:cubicBezTo>
                  <a:cubicBezTo>
                    <a:pt x="2542330" y="3907340"/>
                    <a:pt x="2530003" y="3912446"/>
                    <a:pt x="2517149" y="3912446"/>
                  </a:cubicBezTo>
                  <a:lnTo>
                    <a:pt x="48465" y="3912446"/>
                  </a:lnTo>
                  <a:cubicBezTo>
                    <a:pt x="35611" y="3912446"/>
                    <a:pt x="23284" y="3907340"/>
                    <a:pt x="14195" y="3898251"/>
                  </a:cubicBezTo>
                  <a:cubicBezTo>
                    <a:pt x="5106" y="3889162"/>
                    <a:pt x="0" y="3876835"/>
                    <a:pt x="0" y="3863981"/>
                  </a:cubicBezTo>
                  <a:lnTo>
                    <a:pt x="0" y="48465"/>
                  </a:lnTo>
                  <a:cubicBezTo>
                    <a:pt x="0" y="35611"/>
                    <a:pt x="5106" y="23284"/>
                    <a:pt x="14195" y="14195"/>
                  </a:cubicBezTo>
                  <a:cubicBezTo>
                    <a:pt x="23284" y="5106"/>
                    <a:pt x="35611" y="0"/>
                    <a:pt x="484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65614" cy="3969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30613" y="3471465"/>
            <a:ext cx="1965849" cy="1938303"/>
          </a:xfrm>
          <a:custGeom>
            <a:avLst/>
            <a:gdLst/>
            <a:ahLst/>
            <a:cxnLst/>
            <a:rect r="r" b="b" t="t" l="l"/>
            <a:pathLst>
              <a:path h="1938303" w="1965849">
                <a:moveTo>
                  <a:pt x="0" y="0"/>
                </a:moveTo>
                <a:lnTo>
                  <a:pt x="1965849" y="0"/>
                </a:lnTo>
                <a:lnTo>
                  <a:pt x="1965849" y="1938303"/>
                </a:lnTo>
                <a:lnTo>
                  <a:pt x="0" y="193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59339" y="3696986"/>
            <a:ext cx="1508396" cy="1487260"/>
          </a:xfrm>
          <a:custGeom>
            <a:avLst/>
            <a:gdLst/>
            <a:ahLst/>
            <a:cxnLst/>
            <a:rect r="r" b="b" t="t" l="l"/>
            <a:pathLst>
              <a:path h="1487260" w="1508396">
                <a:moveTo>
                  <a:pt x="0" y="0"/>
                </a:moveTo>
                <a:lnTo>
                  <a:pt x="1508397" y="0"/>
                </a:lnTo>
                <a:lnTo>
                  <a:pt x="1508397" y="1487260"/>
                </a:lnTo>
                <a:lnTo>
                  <a:pt x="0" y="1487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5248" y="4000230"/>
            <a:ext cx="876579" cy="880773"/>
          </a:xfrm>
          <a:custGeom>
            <a:avLst/>
            <a:gdLst/>
            <a:ahLst/>
            <a:cxnLst/>
            <a:rect r="r" b="b" t="t" l="l"/>
            <a:pathLst>
              <a:path h="880773" w="876579">
                <a:moveTo>
                  <a:pt x="0" y="0"/>
                </a:moveTo>
                <a:lnTo>
                  <a:pt x="876579" y="0"/>
                </a:lnTo>
                <a:lnTo>
                  <a:pt x="876579" y="880773"/>
                </a:lnTo>
                <a:lnTo>
                  <a:pt x="0" y="8807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30814" y="4980347"/>
            <a:ext cx="420954" cy="407800"/>
          </a:xfrm>
          <a:custGeom>
            <a:avLst/>
            <a:gdLst/>
            <a:ahLst/>
            <a:cxnLst/>
            <a:rect r="r" b="b" t="t" l="l"/>
            <a:pathLst>
              <a:path h="407800" w="420954">
                <a:moveTo>
                  <a:pt x="0" y="0"/>
                </a:moveTo>
                <a:lnTo>
                  <a:pt x="420954" y="0"/>
                </a:lnTo>
                <a:lnTo>
                  <a:pt x="420954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2628765" y="7921384"/>
            <a:ext cx="5774934" cy="1120932"/>
          </a:xfrm>
          <a:custGeom>
            <a:avLst/>
            <a:gdLst/>
            <a:ahLst/>
            <a:cxnLst/>
            <a:rect r="r" b="b" t="t" l="l"/>
            <a:pathLst>
              <a:path h="1120932" w="5774934">
                <a:moveTo>
                  <a:pt x="0" y="0"/>
                </a:moveTo>
                <a:lnTo>
                  <a:pt x="5774934" y="0"/>
                </a:lnTo>
                <a:lnTo>
                  <a:pt x="5774934" y="1120932"/>
                </a:lnTo>
                <a:lnTo>
                  <a:pt x="0" y="11209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9897" t="0" r="-6457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3283852" y="100256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328235" y="80169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328235" y="77252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14655" y="5638169"/>
            <a:ext cx="6049606" cy="471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Tool Selection: Use brush, pick, or chisel for excavati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Stratified Excavation: Dig through geological layers to discover fossils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Achievement System: Earn badges for excavation techniques and species identification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Multiplayer Mode: Collaborate or compete in excavation activities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029686" y="4918972"/>
            <a:ext cx="5501788" cy="52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</a:pPr>
            <a:r>
              <a:rPr lang="en-US" sz="336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Gameplay Mechanics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360" y="1778134"/>
            <a:ext cx="5792846" cy="9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 1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8748" y="4253551"/>
            <a:ext cx="609287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b="true" sz="2499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Core Technologies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7074" y="1447162"/>
            <a:ext cx="2775240" cy="57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1"/>
              </a:lnSpc>
            </a:pPr>
            <a:r>
              <a:rPr lang="en-US" sz="3378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3378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T22361004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8748" y="7003736"/>
            <a:ext cx="609287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sz="2499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Impa</a:t>
            </a:r>
            <a:r>
              <a:rPr lang="en-US" b="true" sz="2499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8748" y="4869501"/>
            <a:ext cx="7460493" cy="218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VR Engine: Unity 3D with OpenXR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Hardware: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 Oculus Qu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est 2 / 3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Physics: Realistic soil deformation &amp; artifact interaction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AI Tutoring: Real-time guidance and feedback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542102" y="7553511"/>
            <a:ext cx="7277139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Provides hands-on paleontology learning through immersive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 VR, turning pass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ive observation into interactive skill-based exploration.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6360" y="2803661"/>
            <a:ext cx="11318728" cy="50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3321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Virtual Fossil Ex</a:t>
            </a:r>
            <a:r>
              <a:rPr lang="en-US" sz="3321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cavation Adventure (VR)</a:t>
            </a:r>
          </a:p>
        </p:txBody>
      </p:sp>
      <p:sp>
        <p:nvSpPr>
          <p:cNvPr name="AutoShape 22" id="22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5959177" y="895350"/>
            <a:ext cx="74602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09/16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82190" y="4026996"/>
            <a:ext cx="7348127" cy="11205566"/>
            <a:chOff x="0" y="0"/>
            <a:chExt cx="2565614" cy="3912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5614" cy="3912446"/>
            </a:xfrm>
            <a:custGeom>
              <a:avLst/>
              <a:gdLst/>
              <a:ahLst/>
              <a:cxnLst/>
              <a:rect r="r" b="b" t="t" l="l"/>
              <a:pathLst>
                <a:path h="3912446" w="2565614">
                  <a:moveTo>
                    <a:pt x="48465" y="0"/>
                  </a:moveTo>
                  <a:lnTo>
                    <a:pt x="2517149" y="0"/>
                  </a:lnTo>
                  <a:cubicBezTo>
                    <a:pt x="2543915" y="0"/>
                    <a:pt x="2565614" y="21699"/>
                    <a:pt x="2565614" y="48465"/>
                  </a:cubicBezTo>
                  <a:lnTo>
                    <a:pt x="2565614" y="3863981"/>
                  </a:lnTo>
                  <a:cubicBezTo>
                    <a:pt x="2565614" y="3876835"/>
                    <a:pt x="2560508" y="3889162"/>
                    <a:pt x="2551419" y="3898251"/>
                  </a:cubicBezTo>
                  <a:cubicBezTo>
                    <a:pt x="2542330" y="3907340"/>
                    <a:pt x="2530003" y="3912446"/>
                    <a:pt x="2517149" y="3912446"/>
                  </a:cubicBezTo>
                  <a:lnTo>
                    <a:pt x="48465" y="3912446"/>
                  </a:lnTo>
                  <a:cubicBezTo>
                    <a:pt x="35611" y="3912446"/>
                    <a:pt x="23284" y="3907340"/>
                    <a:pt x="14195" y="3898251"/>
                  </a:cubicBezTo>
                  <a:cubicBezTo>
                    <a:pt x="5106" y="3889162"/>
                    <a:pt x="0" y="3876835"/>
                    <a:pt x="0" y="3863981"/>
                  </a:cubicBezTo>
                  <a:lnTo>
                    <a:pt x="0" y="48465"/>
                  </a:lnTo>
                  <a:cubicBezTo>
                    <a:pt x="0" y="35611"/>
                    <a:pt x="5106" y="23284"/>
                    <a:pt x="14195" y="14195"/>
                  </a:cubicBezTo>
                  <a:cubicBezTo>
                    <a:pt x="23284" y="5106"/>
                    <a:pt x="35611" y="0"/>
                    <a:pt x="484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65614" cy="3969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30613" y="3471465"/>
            <a:ext cx="1965849" cy="1938303"/>
          </a:xfrm>
          <a:custGeom>
            <a:avLst/>
            <a:gdLst/>
            <a:ahLst/>
            <a:cxnLst/>
            <a:rect r="r" b="b" t="t" l="l"/>
            <a:pathLst>
              <a:path h="1938303" w="1965849">
                <a:moveTo>
                  <a:pt x="0" y="0"/>
                </a:moveTo>
                <a:lnTo>
                  <a:pt x="1965849" y="0"/>
                </a:lnTo>
                <a:lnTo>
                  <a:pt x="1965849" y="1938303"/>
                </a:lnTo>
                <a:lnTo>
                  <a:pt x="0" y="193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59339" y="3696986"/>
            <a:ext cx="1508396" cy="1487260"/>
          </a:xfrm>
          <a:custGeom>
            <a:avLst/>
            <a:gdLst/>
            <a:ahLst/>
            <a:cxnLst/>
            <a:rect r="r" b="b" t="t" l="l"/>
            <a:pathLst>
              <a:path h="1487260" w="1508396">
                <a:moveTo>
                  <a:pt x="0" y="0"/>
                </a:moveTo>
                <a:lnTo>
                  <a:pt x="1508397" y="0"/>
                </a:lnTo>
                <a:lnTo>
                  <a:pt x="1508397" y="1487260"/>
                </a:lnTo>
                <a:lnTo>
                  <a:pt x="0" y="1487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5248" y="4000230"/>
            <a:ext cx="876579" cy="880773"/>
          </a:xfrm>
          <a:custGeom>
            <a:avLst/>
            <a:gdLst/>
            <a:ahLst/>
            <a:cxnLst/>
            <a:rect r="r" b="b" t="t" l="l"/>
            <a:pathLst>
              <a:path h="880773" w="876579">
                <a:moveTo>
                  <a:pt x="0" y="0"/>
                </a:moveTo>
                <a:lnTo>
                  <a:pt x="876579" y="0"/>
                </a:lnTo>
                <a:lnTo>
                  <a:pt x="876579" y="880773"/>
                </a:lnTo>
                <a:lnTo>
                  <a:pt x="0" y="8807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97489" y="4980347"/>
            <a:ext cx="420954" cy="407800"/>
          </a:xfrm>
          <a:custGeom>
            <a:avLst/>
            <a:gdLst/>
            <a:ahLst/>
            <a:cxnLst/>
            <a:rect r="r" b="b" t="t" l="l"/>
            <a:pathLst>
              <a:path h="407800" w="420954">
                <a:moveTo>
                  <a:pt x="0" y="0"/>
                </a:moveTo>
                <a:lnTo>
                  <a:pt x="420954" y="0"/>
                </a:lnTo>
                <a:lnTo>
                  <a:pt x="420954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2628765" y="7921384"/>
            <a:ext cx="5774934" cy="1120932"/>
          </a:xfrm>
          <a:custGeom>
            <a:avLst/>
            <a:gdLst/>
            <a:ahLst/>
            <a:cxnLst/>
            <a:rect r="r" b="b" t="t" l="l"/>
            <a:pathLst>
              <a:path h="1120932" w="5774934">
                <a:moveTo>
                  <a:pt x="0" y="0"/>
                </a:moveTo>
                <a:lnTo>
                  <a:pt x="5774934" y="0"/>
                </a:lnTo>
                <a:lnTo>
                  <a:pt x="5774934" y="1120932"/>
                </a:lnTo>
                <a:lnTo>
                  <a:pt x="0" y="11209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9897" t="0" r="-6457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3283852" y="100256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328235" y="80169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328235" y="77252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14655" y="5638169"/>
            <a:ext cx="6049606" cy="399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QR-Triggered AR: Scan QR codes to view 3D fossil m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odels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Adaptive Narration: AI explains fossils in the user's language and level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Gamification: Quizzes, badges, and interactive challenges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Accessibility: Adjustable text, speech speed, color-blind friendly UI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43986" y="4918972"/>
            <a:ext cx="5501788" cy="52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</a:pPr>
            <a:r>
              <a:rPr lang="en-US" sz="336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</a:t>
            </a:r>
            <a:r>
              <a:rPr lang="en-US" sz="336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ey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360" y="1778134"/>
            <a:ext cx="5792846" cy="9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 2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8748" y="3764053"/>
            <a:ext cx="609287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b="true" sz="2499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Core Technologies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7074" y="1447162"/>
            <a:ext cx="2775240" cy="57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1"/>
              </a:lnSpc>
            </a:pPr>
            <a:r>
              <a:rPr lang="en-US" sz="3378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3378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T22149558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8748" y="6514238"/>
            <a:ext cx="609287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sz="2499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Impa</a:t>
            </a:r>
            <a:r>
              <a:rPr lang="en-US" b="true" sz="2499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8748" y="4380003"/>
            <a:ext cx="7460493" cy="218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AR Framework: Unity AR Foundation + Vuforia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Platforms: Android (AR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Core) &amp; iOS (ARKit)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3D Assets: Photogrammetry-based fossil reconstructions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AI Voice: Google Cloud TTS + LLM-based narration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58748" y="7130188"/>
            <a:ext cx="7277139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Transforms static museum exhibits into interactive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 learning expe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riences, improving engagement and supporting multilingual audiences.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6360" y="2803661"/>
            <a:ext cx="11318728" cy="50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3321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AR Mobile Guide with AI Vo</a:t>
            </a:r>
            <a:r>
              <a:rPr lang="en-US" sz="3321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ice Narration</a:t>
            </a:r>
          </a:p>
        </p:txBody>
      </p:sp>
      <p:sp>
        <p:nvSpPr>
          <p:cNvPr name="AutoShape 22" id="22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5959177" y="895350"/>
            <a:ext cx="69522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10/16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82190" y="4026996"/>
            <a:ext cx="7348127" cy="11205566"/>
            <a:chOff x="0" y="0"/>
            <a:chExt cx="2565614" cy="3912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5614" cy="3912446"/>
            </a:xfrm>
            <a:custGeom>
              <a:avLst/>
              <a:gdLst/>
              <a:ahLst/>
              <a:cxnLst/>
              <a:rect r="r" b="b" t="t" l="l"/>
              <a:pathLst>
                <a:path h="3912446" w="2565614">
                  <a:moveTo>
                    <a:pt x="48465" y="0"/>
                  </a:moveTo>
                  <a:lnTo>
                    <a:pt x="2517149" y="0"/>
                  </a:lnTo>
                  <a:cubicBezTo>
                    <a:pt x="2543915" y="0"/>
                    <a:pt x="2565614" y="21699"/>
                    <a:pt x="2565614" y="48465"/>
                  </a:cubicBezTo>
                  <a:lnTo>
                    <a:pt x="2565614" y="3863981"/>
                  </a:lnTo>
                  <a:cubicBezTo>
                    <a:pt x="2565614" y="3876835"/>
                    <a:pt x="2560508" y="3889162"/>
                    <a:pt x="2551419" y="3898251"/>
                  </a:cubicBezTo>
                  <a:cubicBezTo>
                    <a:pt x="2542330" y="3907340"/>
                    <a:pt x="2530003" y="3912446"/>
                    <a:pt x="2517149" y="3912446"/>
                  </a:cubicBezTo>
                  <a:lnTo>
                    <a:pt x="48465" y="3912446"/>
                  </a:lnTo>
                  <a:cubicBezTo>
                    <a:pt x="35611" y="3912446"/>
                    <a:pt x="23284" y="3907340"/>
                    <a:pt x="14195" y="3898251"/>
                  </a:cubicBezTo>
                  <a:cubicBezTo>
                    <a:pt x="5106" y="3889162"/>
                    <a:pt x="0" y="3876835"/>
                    <a:pt x="0" y="3863981"/>
                  </a:cubicBezTo>
                  <a:lnTo>
                    <a:pt x="0" y="48465"/>
                  </a:lnTo>
                  <a:cubicBezTo>
                    <a:pt x="0" y="35611"/>
                    <a:pt x="5106" y="23284"/>
                    <a:pt x="14195" y="14195"/>
                  </a:cubicBezTo>
                  <a:cubicBezTo>
                    <a:pt x="23284" y="5106"/>
                    <a:pt x="35611" y="0"/>
                    <a:pt x="484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65614" cy="3969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30613" y="3471465"/>
            <a:ext cx="1965849" cy="1938303"/>
          </a:xfrm>
          <a:custGeom>
            <a:avLst/>
            <a:gdLst/>
            <a:ahLst/>
            <a:cxnLst/>
            <a:rect r="r" b="b" t="t" l="l"/>
            <a:pathLst>
              <a:path h="1938303" w="1965849">
                <a:moveTo>
                  <a:pt x="0" y="0"/>
                </a:moveTo>
                <a:lnTo>
                  <a:pt x="1965849" y="0"/>
                </a:lnTo>
                <a:lnTo>
                  <a:pt x="1965849" y="1938303"/>
                </a:lnTo>
                <a:lnTo>
                  <a:pt x="0" y="193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59339" y="3696986"/>
            <a:ext cx="1508396" cy="1487260"/>
          </a:xfrm>
          <a:custGeom>
            <a:avLst/>
            <a:gdLst/>
            <a:ahLst/>
            <a:cxnLst/>
            <a:rect r="r" b="b" t="t" l="l"/>
            <a:pathLst>
              <a:path h="1487260" w="1508396">
                <a:moveTo>
                  <a:pt x="0" y="0"/>
                </a:moveTo>
                <a:lnTo>
                  <a:pt x="1508397" y="0"/>
                </a:lnTo>
                <a:lnTo>
                  <a:pt x="1508397" y="1487260"/>
                </a:lnTo>
                <a:lnTo>
                  <a:pt x="0" y="1487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5248" y="4000230"/>
            <a:ext cx="876579" cy="880773"/>
          </a:xfrm>
          <a:custGeom>
            <a:avLst/>
            <a:gdLst/>
            <a:ahLst/>
            <a:cxnLst/>
            <a:rect r="r" b="b" t="t" l="l"/>
            <a:pathLst>
              <a:path h="880773" w="876579">
                <a:moveTo>
                  <a:pt x="0" y="0"/>
                </a:moveTo>
                <a:lnTo>
                  <a:pt x="876579" y="0"/>
                </a:lnTo>
                <a:lnTo>
                  <a:pt x="876579" y="880773"/>
                </a:lnTo>
                <a:lnTo>
                  <a:pt x="0" y="8807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97489" y="4980347"/>
            <a:ext cx="420954" cy="407800"/>
          </a:xfrm>
          <a:custGeom>
            <a:avLst/>
            <a:gdLst/>
            <a:ahLst/>
            <a:cxnLst/>
            <a:rect r="r" b="b" t="t" l="l"/>
            <a:pathLst>
              <a:path h="407800" w="420954">
                <a:moveTo>
                  <a:pt x="0" y="0"/>
                </a:moveTo>
                <a:lnTo>
                  <a:pt x="420954" y="0"/>
                </a:lnTo>
                <a:lnTo>
                  <a:pt x="420954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2628765" y="7921384"/>
            <a:ext cx="5774934" cy="1120932"/>
          </a:xfrm>
          <a:custGeom>
            <a:avLst/>
            <a:gdLst/>
            <a:ahLst/>
            <a:cxnLst/>
            <a:rect r="r" b="b" t="t" l="l"/>
            <a:pathLst>
              <a:path h="1120932" w="5774934">
                <a:moveTo>
                  <a:pt x="0" y="0"/>
                </a:moveTo>
                <a:lnTo>
                  <a:pt x="5774934" y="0"/>
                </a:lnTo>
                <a:lnTo>
                  <a:pt x="5774934" y="1120932"/>
                </a:lnTo>
                <a:lnTo>
                  <a:pt x="0" y="11209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9897" t="0" r="-6457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3283852" y="100256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328235" y="80169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328235" y="77252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14655" y="5638169"/>
            <a:ext cx="6049606" cy="43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Coloring-to-AR: Color drawings and watch them animate in AR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Interactive Quizz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es: Adaptive questions based on user performance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Narrative Exploration: Learn about Paleozoic, Mesozoic, and Cenozoic eras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Device Optimization: Runs smoothly on budget smartphones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143986" y="4918972"/>
            <a:ext cx="5501788" cy="52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</a:pPr>
            <a:r>
              <a:rPr lang="en-US" sz="336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</a:t>
            </a:r>
            <a:r>
              <a:rPr lang="en-US" sz="336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ey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360" y="1778134"/>
            <a:ext cx="5792846" cy="9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 3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8748" y="3952605"/>
            <a:ext cx="609287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b="true" sz="2499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Core Technologies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7074" y="1447162"/>
            <a:ext cx="2775240" cy="57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1"/>
              </a:lnSpc>
            </a:pPr>
            <a:r>
              <a:rPr lang="en-US" sz="3378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3378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T22033482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0425" y="6504334"/>
            <a:ext cx="609287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sz="2499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Impa</a:t>
            </a:r>
            <a:r>
              <a:rPr lang="en-US" b="true" sz="2499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8748" y="4568555"/>
            <a:ext cx="7460493" cy="145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AR Tracking: Marker &amp; image recognition (Vuforia)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Platforms: Mobile AR (Android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Color recognition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AI Narration: Storytelling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0425" y="7120284"/>
            <a:ext cx="7277139" cy="145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Connects physical coloring activities with AR storyte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lling, e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ncouraging creativity and helping children learn geological history in an engaging way.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6360" y="2803661"/>
            <a:ext cx="11889894" cy="50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3321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AR Exploration of Earth’s Geolog</a:t>
            </a:r>
            <a:r>
              <a:rPr lang="en-US" sz="3321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ical History</a:t>
            </a:r>
          </a:p>
        </p:txBody>
      </p:sp>
      <p:sp>
        <p:nvSpPr>
          <p:cNvPr name="AutoShape 22" id="22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5959177" y="895350"/>
            <a:ext cx="64402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11/16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82190" y="4026996"/>
            <a:ext cx="7348127" cy="11205566"/>
            <a:chOff x="0" y="0"/>
            <a:chExt cx="2565614" cy="3912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5614" cy="3912446"/>
            </a:xfrm>
            <a:custGeom>
              <a:avLst/>
              <a:gdLst/>
              <a:ahLst/>
              <a:cxnLst/>
              <a:rect r="r" b="b" t="t" l="l"/>
              <a:pathLst>
                <a:path h="3912446" w="2565614">
                  <a:moveTo>
                    <a:pt x="48465" y="0"/>
                  </a:moveTo>
                  <a:lnTo>
                    <a:pt x="2517149" y="0"/>
                  </a:lnTo>
                  <a:cubicBezTo>
                    <a:pt x="2543915" y="0"/>
                    <a:pt x="2565614" y="21699"/>
                    <a:pt x="2565614" y="48465"/>
                  </a:cubicBezTo>
                  <a:lnTo>
                    <a:pt x="2565614" y="3863981"/>
                  </a:lnTo>
                  <a:cubicBezTo>
                    <a:pt x="2565614" y="3876835"/>
                    <a:pt x="2560508" y="3889162"/>
                    <a:pt x="2551419" y="3898251"/>
                  </a:cubicBezTo>
                  <a:cubicBezTo>
                    <a:pt x="2542330" y="3907340"/>
                    <a:pt x="2530003" y="3912446"/>
                    <a:pt x="2517149" y="3912446"/>
                  </a:cubicBezTo>
                  <a:lnTo>
                    <a:pt x="48465" y="3912446"/>
                  </a:lnTo>
                  <a:cubicBezTo>
                    <a:pt x="35611" y="3912446"/>
                    <a:pt x="23284" y="3907340"/>
                    <a:pt x="14195" y="3898251"/>
                  </a:cubicBezTo>
                  <a:cubicBezTo>
                    <a:pt x="5106" y="3889162"/>
                    <a:pt x="0" y="3876835"/>
                    <a:pt x="0" y="3863981"/>
                  </a:cubicBezTo>
                  <a:lnTo>
                    <a:pt x="0" y="48465"/>
                  </a:lnTo>
                  <a:cubicBezTo>
                    <a:pt x="0" y="35611"/>
                    <a:pt x="5106" y="23284"/>
                    <a:pt x="14195" y="14195"/>
                  </a:cubicBezTo>
                  <a:cubicBezTo>
                    <a:pt x="23284" y="5106"/>
                    <a:pt x="35611" y="0"/>
                    <a:pt x="484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1E27">
                    <a:alpha val="100000"/>
                  </a:srgbClr>
                </a:gs>
                <a:gs pos="100000">
                  <a:srgbClr val="F7A03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65614" cy="3969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30613" y="3471465"/>
            <a:ext cx="1965849" cy="1938303"/>
          </a:xfrm>
          <a:custGeom>
            <a:avLst/>
            <a:gdLst/>
            <a:ahLst/>
            <a:cxnLst/>
            <a:rect r="r" b="b" t="t" l="l"/>
            <a:pathLst>
              <a:path h="1938303" w="1965849">
                <a:moveTo>
                  <a:pt x="0" y="0"/>
                </a:moveTo>
                <a:lnTo>
                  <a:pt x="1965849" y="0"/>
                </a:lnTo>
                <a:lnTo>
                  <a:pt x="1965849" y="1938303"/>
                </a:lnTo>
                <a:lnTo>
                  <a:pt x="0" y="193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59339" y="3696986"/>
            <a:ext cx="1508396" cy="1487260"/>
          </a:xfrm>
          <a:custGeom>
            <a:avLst/>
            <a:gdLst/>
            <a:ahLst/>
            <a:cxnLst/>
            <a:rect r="r" b="b" t="t" l="l"/>
            <a:pathLst>
              <a:path h="1487260" w="1508396">
                <a:moveTo>
                  <a:pt x="0" y="0"/>
                </a:moveTo>
                <a:lnTo>
                  <a:pt x="1508397" y="0"/>
                </a:lnTo>
                <a:lnTo>
                  <a:pt x="1508397" y="1487260"/>
                </a:lnTo>
                <a:lnTo>
                  <a:pt x="0" y="1487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5248" y="4000230"/>
            <a:ext cx="876579" cy="880773"/>
          </a:xfrm>
          <a:custGeom>
            <a:avLst/>
            <a:gdLst/>
            <a:ahLst/>
            <a:cxnLst/>
            <a:rect r="r" b="b" t="t" l="l"/>
            <a:pathLst>
              <a:path h="880773" w="876579">
                <a:moveTo>
                  <a:pt x="0" y="0"/>
                </a:moveTo>
                <a:lnTo>
                  <a:pt x="876579" y="0"/>
                </a:lnTo>
                <a:lnTo>
                  <a:pt x="876579" y="880773"/>
                </a:lnTo>
                <a:lnTo>
                  <a:pt x="0" y="8807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97489" y="4980347"/>
            <a:ext cx="420954" cy="407800"/>
          </a:xfrm>
          <a:custGeom>
            <a:avLst/>
            <a:gdLst/>
            <a:ahLst/>
            <a:cxnLst/>
            <a:rect r="r" b="b" t="t" l="l"/>
            <a:pathLst>
              <a:path h="407800" w="420954">
                <a:moveTo>
                  <a:pt x="0" y="0"/>
                </a:moveTo>
                <a:lnTo>
                  <a:pt x="420954" y="0"/>
                </a:lnTo>
                <a:lnTo>
                  <a:pt x="420954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2628765" y="7921384"/>
            <a:ext cx="5774934" cy="1120932"/>
          </a:xfrm>
          <a:custGeom>
            <a:avLst/>
            <a:gdLst/>
            <a:ahLst/>
            <a:cxnLst/>
            <a:rect r="r" b="b" t="t" l="l"/>
            <a:pathLst>
              <a:path h="1120932" w="5774934">
                <a:moveTo>
                  <a:pt x="0" y="0"/>
                </a:moveTo>
                <a:lnTo>
                  <a:pt x="5774934" y="0"/>
                </a:lnTo>
                <a:lnTo>
                  <a:pt x="5774934" y="1120932"/>
                </a:lnTo>
                <a:lnTo>
                  <a:pt x="0" y="11209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9897" t="0" r="-6457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3283852" y="100256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328235" y="80169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328235" y="77252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14655" y="5638169"/>
            <a:ext cx="6049606" cy="43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Virtual Museum Galleries: Interactive fossil 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exhibits and information panels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Jungle Simulation: Prehistoric environments with animated creatures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Multiplayer Interaction: Avatars collaborate and explore together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Voice Commands: Ask questions and receive AI-generated explanations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143986" y="4918972"/>
            <a:ext cx="5501788" cy="52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</a:pPr>
            <a:r>
              <a:rPr lang="en-US" sz="336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</a:t>
            </a:r>
            <a:r>
              <a:rPr lang="en-US" sz="336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ey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360" y="1778134"/>
            <a:ext cx="5792846" cy="9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 4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8748" y="3764053"/>
            <a:ext cx="609287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b="true" sz="2499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Core Technologies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7074" y="1447162"/>
            <a:ext cx="2775240" cy="57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1"/>
              </a:lnSpc>
            </a:pPr>
            <a:r>
              <a:rPr lang="en-US" sz="3378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3378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T22135520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2109" y="6380888"/>
            <a:ext cx="609287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sz="2499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Impa</a:t>
            </a:r>
            <a:r>
              <a:rPr lang="en-US" b="true" sz="2499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8748" y="4380003"/>
            <a:ext cx="7460493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VR Engine: Unity 3D with OpenXR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Networking: Photon PUN 2 (multiplayer system)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ardware: Oculus Quest 2 / 3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AI Voice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 Assistant: LLM-based avatar for natural language interaction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2109" y="6899683"/>
            <a:ext cx="7277139" cy="145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Connects physical coloring activities with AR storyte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lling, e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ncouraging creativity and helping children learn geological history in an engaging way.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6360" y="2803661"/>
            <a:ext cx="11889894" cy="50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3321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Multiplayer VR Museum with Jung</a:t>
            </a:r>
            <a:r>
              <a:rPr lang="en-US" sz="3321" b="true">
                <a:solidFill>
                  <a:srgbClr val="474141"/>
                </a:solidFill>
                <a:latin typeface="Poppins Bold"/>
                <a:ea typeface="Poppins Bold"/>
                <a:cs typeface="Poppins Bold"/>
                <a:sym typeface="Poppins Bold"/>
              </a:rPr>
              <a:t>le Simulation</a:t>
            </a:r>
          </a:p>
        </p:txBody>
      </p:sp>
      <p:sp>
        <p:nvSpPr>
          <p:cNvPr name="AutoShape 22" id="22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5959177" y="895350"/>
            <a:ext cx="68967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12/16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09907"/>
            <a:ext cx="10210227" cy="6037625"/>
            <a:chOff x="0" y="0"/>
            <a:chExt cx="1622608" cy="9594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2608" cy="959499"/>
            </a:xfrm>
            <a:custGeom>
              <a:avLst/>
              <a:gdLst/>
              <a:ahLst/>
              <a:cxnLst/>
              <a:rect r="r" b="b" t="t" l="l"/>
              <a:pathLst>
                <a:path h="959499" w="1622608">
                  <a:moveTo>
                    <a:pt x="61418" y="0"/>
                  </a:moveTo>
                  <a:lnTo>
                    <a:pt x="1561190" y="0"/>
                  </a:lnTo>
                  <a:cubicBezTo>
                    <a:pt x="1577479" y="0"/>
                    <a:pt x="1593101" y="6471"/>
                    <a:pt x="1604619" y="17989"/>
                  </a:cubicBezTo>
                  <a:cubicBezTo>
                    <a:pt x="1616137" y="29507"/>
                    <a:pt x="1622608" y="45129"/>
                    <a:pt x="1622608" y="61418"/>
                  </a:cubicBezTo>
                  <a:lnTo>
                    <a:pt x="1622608" y="898080"/>
                  </a:lnTo>
                  <a:cubicBezTo>
                    <a:pt x="1622608" y="932001"/>
                    <a:pt x="1595110" y="959499"/>
                    <a:pt x="1561190" y="959499"/>
                  </a:cubicBezTo>
                  <a:lnTo>
                    <a:pt x="61418" y="959499"/>
                  </a:lnTo>
                  <a:cubicBezTo>
                    <a:pt x="27498" y="959499"/>
                    <a:pt x="0" y="932001"/>
                    <a:pt x="0" y="898080"/>
                  </a:cubicBezTo>
                  <a:lnTo>
                    <a:pt x="0" y="61418"/>
                  </a:lnTo>
                  <a:cubicBezTo>
                    <a:pt x="0" y="27498"/>
                    <a:pt x="27498" y="0"/>
                    <a:pt x="61418" y="0"/>
                  </a:cubicBezTo>
                  <a:close/>
                </a:path>
              </a:pathLst>
            </a:custGeom>
            <a:blipFill>
              <a:blip r:embed="rId2"/>
              <a:stretch>
                <a:fillRect l="-2562" t="0" r="-2562" b="0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285008" y="1523701"/>
            <a:ext cx="5316312" cy="8210036"/>
            <a:chOff x="0" y="0"/>
            <a:chExt cx="1227704" cy="18959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7704" cy="1895956"/>
            </a:xfrm>
            <a:custGeom>
              <a:avLst/>
              <a:gdLst/>
              <a:ahLst/>
              <a:cxnLst/>
              <a:rect r="r" b="b" t="t" l="l"/>
              <a:pathLst>
                <a:path h="1895956" w="1227704">
                  <a:moveTo>
                    <a:pt x="117957" y="0"/>
                  </a:moveTo>
                  <a:lnTo>
                    <a:pt x="1109747" y="0"/>
                  </a:lnTo>
                  <a:cubicBezTo>
                    <a:pt x="1174893" y="0"/>
                    <a:pt x="1227704" y="52811"/>
                    <a:pt x="1227704" y="117957"/>
                  </a:cubicBezTo>
                  <a:lnTo>
                    <a:pt x="1227704" y="1777999"/>
                  </a:lnTo>
                  <a:cubicBezTo>
                    <a:pt x="1227704" y="1809283"/>
                    <a:pt x="1215276" y="1839286"/>
                    <a:pt x="1193155" y="1861407"/>
                  </a:cubicBezTo>
                  <a:cubicBezTo>
                    <a:pt x="1171034" y="1883528"/>
                    <a:pt x="1141031" y="1895956"/>
                    <a:pt x="1109747" y="1895956"/>
                  </a:cubicBezTo>
                  <a:lnTo>
                    <a:pt x="117957" y="1895956"/>
                  </a:lnTo>
                  <a:cubicBezTo>
                    <a:pt x="52811" y="1895956"/>
                    <a:pt x="0" y="1843145"/>
                    <a:pt x="0" y="1777999"/>
                  </a:cubicBezTo>
                  <a:lnTo>
                    <a:pt x="0" y="117957"/>
                  </a:lnTo>
                  <a:cubicBezTo>
                    <a:pt x="0" y="52811"/>
                    <a:pt x="52811" y="0"/>
                    <a:pt x="11795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8055" r="0" b="-8055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57326" y="1491949"/>
            <a:ext cx="11638935" cy="94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a</a:t>
            </a: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nd Testimonials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59177" y="895350"/>
            <a:ext cx="69840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13/16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57326" y="9103688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61687" y="1233010"/>
            <a:ext cx="6097613" cy="7661436"/>
            <a:chOff x="0" y="0"/>
            <a:chExt cx="753238" cy="94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3238" cy="946418"/>
            </a:xfrm>
            <a:custGeom>
              <a:avLst/>
              <a:gdLst/>
              <a:ahLst/>
              <a:cxnLst/>
              <a:rect r="r" b="b" t="t" l="l"/>
              <a:pathLst>
                <a:path h="946418" w="753238">
                  <a:moveTo>
                    <a:pt x="102843" y="0"/>
                  </a:moveTo>
                  <a:lnTo>
                    <a:pt x="650396" y="0"/>
                  </a:lnTo>
                  <a:cubicBezTo>
                    <a:pt x="707194" y="0"/>
                    <a:pt x="753238" y="46044"/>
                    <a:pt x="753238" y="102843"/>
                  </a:cubicBezTo>
                  <a:lnTo>
                    <a:pt x="753238" y="843575"/>
                  </a:lnTo>
                  <a:cubicBezTo>
                    <a:pt x="753238" y="870850"/>
                    <a:pt x="742403" y="897009"/>
                    <a:pt x="723117" y="916296"/>
                  </a:cubicBezTo>
                  <a:cubicBezTo>
                    <a:pt x="703830" y="935582"/>
                    <a:pt x="677671" y="946418"/>
                    <a:pt x="650396" y="946418"/>
                  </a:cubicBezTo>
                  <a:lnTo>
                    <a:pt x="102843" y="946418"/>
                  </a:lnTo>
                  <a:cubicBezTo>
                    <a:pt x="46044" y="946418"/>
                    <a:pt x="0" y="900373"/>
                    <a:pt x="0" y="843575"/>
                  </a:cubicBezTo>
                  <a:lnTo>
                    <a:pt x="0" y="102843"/>
                  </a:lnTo>
                  <a:cubicBezTo>
                    <a:pt x="0" y="75567"/>
                    <a:pt x="10835" y="49409"/>
                    <a:pt x="30122" y="30122"/>
                  </a:cubicBezTo>
                  <a:cubicBezTo>
                    <a:pt x="49409" y="10835"/>
                    <a:pt x="75567" y="0"/>
                    <a:pt x="102843" y="0"/>
                  </a:cubicBezTo>
                  <a:close/>
                </a:path>
              </a:pathLst>
            </a:custGeom>
            <a:blipFill>
              <a:blip r:embed="rId2"/>
              <a:stretch>
                <a:fillRect l="-12823" t="0" r="-12823" b="0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357326" y="2621583"/>
            <a:ext cx="3729542" cy="36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b="true" sz="2153">
                <a:solidFill>
                  <a:srgbClr val="F47C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 of the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0930" y="4743592"/>
            <a:ext cx="5607519" cy="36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b="true" sz="2153">
                <a:solidFill>
                  <a:srgbClr val="F47C00"/>
                </a:solidFill>
                <a:latin typeface="Poppins Bold"/>
                <a:ea typeface="Poppins Bold"/>
                <a:cs typeface="Poppins Bold"/>
                <a:sym typeface="Poppins Bold"/>
              </a:rPr>
              <a:t>Expanding the fossil/artifact database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7326" y="1491949"/>
            <a:ext cx="11638935" cy="9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325" b="true">
                <a:solidFill>
                  <a:srgbClr val="DC4F2C"/>
                </a:solidFill>
                <a:latin typeface="Poppins Bold"/>
                <a:ea typeface="Poppins Bold"/>
                <a:cs typeface="Poppins Bold"/>
                <a:sym typeface="Poppins Bold"/>
              </a:rPr>
              <a:t>Benchmark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0930" y="3143563"/>
            <a:ext cx="8799348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Requires sp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ecific hardware (e.g., capable smartphones or VR headsets)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AI responses may vary based on internet connectivity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326" y="5218142"/>
            <a:ext cx="8799348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Exp</a:t>
            </a: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anding the fossil/artifact database</a:t>
            </a: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474141"/>
                </a:solidFill>
                <a:latin typeface="Poppins"/>
                <a:ea typeface="Poppins"/>
                <a:cs typeface="Poppins"/>
                <a:sym typeface="Poppins"/>
              </a:rPr>
              <a:t>Integration with museum ticketing or visitor tracking systems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9588497" y="6714202"/>
            <a:ext cx="773137" cy="777022"/>
          </a:xfrm>
          <a:custGeom>
            <a:avLst/>
            <a:gdLst/>
            <a:ahLst/>
            <a:cxnLst/>
            <a:rect r="r" b="b" t="t" l="l"/>
            <a:pathLst>
              <a:path h="777022" w="773137">
                <a:moveTo>
                  <a:pt x="773137" y="0"/>
                </a:moveTo>
                <a:lnTo>
                  <a:pt x="0" y="0"/>
                </a:lnTo>
                <a:lnTo>
                  <a:pt x="0" y="777022"/>
                </a:lnTo>
                <a:lnTo>
                  <a:pt x="773137" y="777022"/>
                </a:lnTo>
                <a:lnTo>
                  <a:pt x="77313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959177" y="895350"/>
            <a:ext cx="69487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16/16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888209" y="9029496"/>
            <a:ext cx="4371091" cy="786029"/>
          </a:xfrm>
          <a:custGeom>
            <a:avLst/>
            <a:gdLst/>
            <a:ahLst/>
            <a:cxnLst/>
            <a:rect r="r" b="b" t="t" l="l"/>
            <a:pathLst>
              <a:path h="786029" w="4371091">
                <a:moveTo>
                  <a:pt x="0" y="0"/>
                </a:moveTo>
                <a:lnTo>
                  <a:pt x="4371091" y="0"/>
                </a:lnTo>
                <a:lnTo>
                  <a:pt x="4371091" y="786029"/>
                </a:lnTo>
                <a:lnTo>
                  <a:pt x="0" y="786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388689" y="2362891"/>
            <a:ext cx="10698630" cy="6593031"/>
          </a:xfrm>
          <a:custGeom>
            <a:avLst/>
            <a:gdLst/>
            <a:ahLst/>
            <a:cxnLst/>
            <a:rect r="r" b="b" t="t" l="l"/>
            <a:pathLst>
              <a:path h="6593031" w="10698630">
                <a:moveTo>
                  <a:pt x="0" y="0"/>
                </a:moveTo>
                <a:lnTo>
                  <a:pt x="10698631" y="0"/>
                </a:lnTo>
                <a:lnTo>
                  <a:pt x="10698631" y="6593031"/>
                </a:lnTo>
                <a:lnTo>
                  <a:pt x="0" y="65930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59177" y="895350"/>
            <a:ext cx="69487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16/16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609456" y="2562710"/>
            <a:ext cx="9763700" cy="6029085"/>
          </a:xfrm>
          <a:custGeom>
            <a:avLst/>
            <a:gdLst/>
            <a:ahLst/>
            <a:cxnLst/>
            <a:rect r="r" b="b" t="t" l="l"/>
            <a:pathLst>
              <a:path h="6029085" w="9763700">
                <a:moveTo>
                  <a:pt x="0" y="0"/>
                </a:moveTo>
                <a:lnTo>
                  <a:pt x="9763701" y="0"/>
                </a:lnTo>
                <a:lnTo>
                  <a:pt x="9763701" y="6029086"/>
                </a:lnTo>
                <a:lnTo>
                  <a:pt x="0" y="60290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59177" y="895350"/>
            <a:ext cx="69487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16/16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294266" y="2805388"/>
            <a:ext cx="11301259" cy="6187439"/>
          </a:xfrm>
          <a:custGeom>
            <a:avLst/>
            <a:gdLst/>
            <a:ahLst/>
            <a:cxnLst/>
            <a:rect r="r" b="b" t="t" l="l"/>
            <a:pathLst>
              <a:path h="6187439" w="11301259">
                <a:moveTo>
                  <a:pt x="0" y="0"/>
                </a:moveTo>
                <a:lnTo>
                  <a:pt x="11301259" y="0"/>
                </a:lnTo>
                <a:lnTo>
                  <a:pt x="11301259" y="6187440"/>
                </a:lnTo>
                <a:lnTo>
                  <a:pt x="0" y="61874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59177" y="895350"/>
            <a:ext cx="69487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16/16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234625" y="2346846"/>
            <a:ext cx="10024675" cy="6177706"/>
          </a:xfrm>
          <a:custGeom>
            <a:avLst/>
            <a:gdLst/>
            <a:ahLst/>
            <a:cxnLst/>
            <a:rect r="r" b="b" t="t" l="l"/>
            <a:pathLst>
              <a:path h="6177706" w="10024675">
                <a:moveTo>
                  <a:pt x="0" y="0"/>
                </a:moveTo>
                <a:lnTo>
                  <a:pt x="10024675" y="0"/>
                </a:lnTo>
                <a:lnTo>
                  <a:pt x="10024675" y="6177706"/>
                </a:lnTo>
                <a:lnTo>
                  <a:pt x="0" y="61777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07913" y="3044983"/>
            <a:ext cx="4608104" cy="4781431"/>
          </a:xfrm>
          <a:custGeom>
            <a:avLst/>
            <a:gdLst/>
            <a:ahLst/>
            <a:cxnLst/>
            <a:rect r="r" b="b" t="t" l="l"/>
            <a:pathLst>
              <a:path h="4781431" w="4608104">
                <a:moveTo>
                  <a:pt x="0" y="0"/>
                </a:moveTo>
                <a:lnTo>
                  <a:pt x="4608104" y="0"/>
                </a:lnTo>
                <a:lnTo>
                  <a:pt x="4608104" y="4781431"/>
                </a:lnTo>
                <a:lnTo>
                  <a:pt x="0" y="47814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959177" y="895350"/>
            <a:ext cx="69487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16/16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628013" y="2506361"/>
            <a:ext cx="11301259" cy="6159186"/>
          </a:xfrm>
          <a:custGeom>
            <a:avLst/>
            <a:gdLst/>
            <a:ahLst/>
            <a:cxnLst/>
            <a:rect r="r" b="b" t="t" l="l"/>
            <a:pathLst>
              <a:path h="6159186" w="11301259">
                <a:moveTo>
                  <a:pt x="0" y="0"/>
                </a:moveTo>
                <a:lnTo>
                  <a:pt x="11301259" y="0"/>
                </a:lnTo>
                <a:lnTo>
                  <a:pt x="11301259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59177" y="895350"/>
            <a:ext cx="69487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16/16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125473" y="1431801"/>
            <a:ext cx="14539280" cy="8855199"/>
          </a:xfrm>
          <a:custGeom>
            <a:avLst/>
            <a:gdLst/>
            <a:ahLst/>
            <a:cxnLst/>
            <a:rect r="r" b="b" t="t" l="l"/>
            <a:pathLst>
              <a:path h="8855199" w="14539280">
                <a:moveTo>
                  <a:pt x="0" y="0"/>
                </a:moveTo>
                <a:lnTo>
                  <a:pt x="14539280" y="0"/>
                </a:lnTo>
                <a:lnTo>
                  <a:pt x="14539280" y="8855199"/>
                </a:lnTo>
                <a:lnTo>
                  <a:pt x="0" y="88551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59177" y="895350"/>
            <a:ext cx="69487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16/16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283852" y="9835154"/>
            <a:ext cx="6751176" cy="1454863"/>
          </a:xfrm>
          <a:custGeom>
            <a:avLst/>
            <a:gdLst/>
            <a:ahLst/>
            <a:cxnLst/>
            <a:rect r="r" b="b" t="t" l="l"/>
            <a:pathLst>
              <a:path h="1454863" w="6751176">
                <a:moveTo>
                  <a:pt x="0" y="0"/>
                </a:moveTo>
                <a:lnTo>
                  <a:pt x="6751176" y="0"/>
                </a:lnTo>
                <a:lnTo>
                  <a:pt x="6751176" y="1454863"/>
                </a:lnTo>
                <a:lnTo>
                  <a:pt x="0" y="1454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634" t="0" r="-772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28235" y="7826414"/>
            <a:ext cx="183939" cy="183939"/>
          </a:xfrm>
          <a:custGeom>
            <a:avLst/>
            <a:gdLst/>
            <a:ahLst/>
            <a:cxnLst/>
            <a:rect r="r" b="b" t="t" l="l"/>
            <a:pathLst>
              <a:path h="183939" w="183939">
                <a:moveTo>
                  <a:pt x="0" y="0"/>
                </a:moveTo>
                <a:lnTo>
                  <a:pt x="183938" y="0"/>
                </a:lnTo>
                <a:lnTo>
                  <a:pt x="183938" y="183939"/>
                </a:lnTo>
                <a:lnTo>
                  <a:pt x="0" y="183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9255" t="0" r="-492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235" y="7534748"/>
            <a:ext cx="184210" cy="184210"/>
          </a:xfrm>
          <a:custGeom>
            <a:avLst/>
            <a:gdLst/>
            <a:ahLst/>
            <a:cxnLst/>
            <a:rect r="r" b="b" t="t" l="l"/>
            <a:pathLst>
              <a:path h="184210" w="184210">
                <a:moveTo>
                  <a:pt x="0" y="0"/>
                </a:moveTo>
                <a:lnTo>
                  <a:pt x="184210" y="0"/>
                </a:lnTo>
                <a:lnTo>
                  <a:pt x="184210" y="184211"/>
                </a:lnTo>
                <a:lnTo>
                  <a:pt x="0" y="1842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6869" r="-76869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349912" y="1100783"/>
            <a:ext cx="9944782" cy="1259"/>
          </a:xfrm>
          <a:prstGeom prst="line">
            <a:avLst/>
          </a:prstGeom>
          <a:ln cap="flat" w="28575">
            <a:solidFill>
              <a:srgbClr val="0D0D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095162" y="2547100"/>
            <a:ext cx="11780577" cy="5787208"/>
          </a:xfrm>
          <a:custGeom>
            <a:avLst/>
            <a:gdLst/>
            <a:ahLst/>
            <a:cxnLst/>
            <a:rect r="r" b="b" t="t" l="l"/>
            <a:pathLst>
              <a:path h="5787208" w="11780577">
                <a:moveTo>
                  <a:pt x="0" y="0"/>
                </a:moveTo>
                <a:lnTo>
                  <a:pt x="11780577" y="0"/>
                </a:lnTo>
                <a:lnTo>
                  <a:pt x="11780577" y="5787208"/>
                </a:lnTo>
                <a:lnTo>
                  <a:pt x="0" y="57872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59177" y="895350"/>
            <a:ext cx="69487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16/16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4061" y="895350"/>
            <a:ext cx="156790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25-26J-416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722" y="1028700"/>
            <a:ext cx="1965849" cy="1938303"/>
          </a:xfrm>
          <a:custGeom>
            <a:avLst/>
            <a:gdLst/>
            <a:ahLst/>
            <a:cxnLst/>
            <a:rect r="r" b="b" t="t" l="l"/>
            <a:pathLst>
              <a:path h="1938303" w="1965849">
                <a:moveTo>
                  <a:pt x="0" y="0"/>
                </a:moveTo>
                <a:lnTo>
                  <a:pt x="1965849" y="0"/>
                </a:lnTo>
                <a:lnTo>
                  <a:pt x="1965849" y="1938303"/>
                </a:lnTo>
                <a:lnTo>
                  <a:pt x="0" y="193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449" y="1254221"/>
            <a:ext cx="1508396" cy="1487260"/>
          </a:xfrm>
          <a:custGeom>
            <a:avLst/>
            <a:gdLst/>
            <a:ahLst/>
            <a:cxnLst/>
            <a:rect r="r" b="b" t="t" l="l"/>
            <a:pathLst>
              <a:path h="1487260" w="1508396">
                <a:moveTo>
                  <a:pt x="0" y="0"/>
                </a:moveTo>
                <a:lnTo>
                  <a:pt x="1508396" y="0"/>
                </a:lnTo>
                <a:lnTo>
                  <a:pt x="1508396" y="1487261"/>
                </a:lnTo>
                <a:lnTo>
                  <a:pt x="0" y="1487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9593" t="0" r="0" b="-40114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36357" y="1557465"/>
            <a:ext cx="876579" cy="880773"/>
          </a:xfrm>
          <a:custGeom>
            <a:avLst/>
            <a:gdLst/>
            <a:ahLst/>
            <a:cxnLst/>
            <a:rect r="r" b="b" t="t" l="l"/>
            <a:pathLst>
              <a:path h="880773" w="876579">
                <a:moveTo>
                  <a:pt x="0" y="0"/>
                </a:moveTo>
                <a:lnTo>
                  <a:pt x="876579" y="0"/>
                </a:lnTo>
                <a:lnTo>
                  <a:pt x="876579" y="880773"/>
                </a:lnTo>
                <a:lnTo>
                  <a:pt x="0" y="8807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68442" t="-363046" r="-365011" b="-36643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92456" y="7695835"/>
            <a:ext cx="1766844" cy="1562465"/>
          </a:xfrm>
          <a:custGeom>
            <a:avLst/>
            <a:gdLst/>
            <a:ahLst/>
            <a:cxnLst/>
            <a:rect r="r" b="b" t="t" l="l"/>
            <a:pathLst>
              <a:path h="1562465" w="1766844">
                <a:moveTo>
                  <a:pt x="0" y="0"/>
                </a:moveTo>
                <a:lnTo>
                  <a:pt x="1766844" y="0"/>
                </a:lnTo>
                <a:lnTo>
                  <a:pt x="1766844" y="1562465"/>
                </a:lnTo>
                <a:lnTo>
                  <a:pt x="0" y="1562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3648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01967" y="514872"/>
            <a:ext cx="4519253" cy="1223964"/>
          </a:xfrm>
          <a:custGeom>
            <a:avLst/>
            <a:gdLst/>
            <a:ahLst/>
            <a:cxnLst/>
            <a:rect r="r" b="b" t="t" l="l"/>
            <a:pathLst>
              <a:path h="1223964" w="4519253">
                <a:moveTo>
                  <a:pt x="0" y="0"/>
                </a:moveTo>
                <a:lnTo>
                  <a:pt x="4519252" y="0"/>
                </a:lnTo>
                <a:lnTo>
                  <a:pt x="4519252" y="1223965"/>
                </a:lnTo>
                <a:lnTo>
                  <a:pt x="0" y="12239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80407" y="3789886"/>
            <a:ext cx="10927186" cy="1927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79"/>
              </a:lnSpc>
            </a:pPr>
            <a:r>
              <a:rPr lang="en-US" b="true" sz="12708">
                <a:gradFill>
                  <a:gsLst>
                    <a:gs pos="0">
                      <a:srgbClr val="CB1E27">
                        <a:alpha val="100000"/>
                      </a:srgbClr>
                    </a:gs>
                    <a:gs pos="100000">
                      <a:srgbClr val="F7A03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DAHDoRAcSw8</dc:identifier>
  <dcterms:modified xsi:type="dcterms:W3CDTF">2011-08-01T06:04:30Z</dcterms:modified>
  <cp:revision>1</cp:revision>
  <dc:title>Final PPT</dc:title>
</cp:coreProperties>
</file>